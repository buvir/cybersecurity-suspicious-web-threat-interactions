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8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913317" y="2192645"/>
            <a:ext cx="5781675" cy="8094980"/>
          </a:xfrm>
          <a:custGeom>
            <a:avLst/>
            <a:gdLst/>
            <a:ahLst/>
            <a:cxnLst/>
            <a:rect l="l" t="t" r="r" b="b"/>
            <a:pathLst>
              <a:path w="5781675" h="8094980">
                <a:moveTo>
                  <a:pt x="7" y="8094353"/>
                </a:moveTo>
                <a:lnTo>
                  <a:pt x="0" y="238122"/>
                </a:lnTo>
                <a:lnTo>
                  <a:pt x="4625" y="191451"/>
                </a:lnTo>
                <a:lnTo>
                  <a:pt x="18134" y="146997"/>
                </a:lnTo>
                <a:lnTo>
                  <a:pt x="40015" y="106012"/>
                </a:lnTo>
                <a:lnTo>
                  <a:pt x="69752" y="69744"/>
                </a:lnTo>
                <a:lnTo>
                  <a:pt x="106020" y="40007"/>
                </a:lnTo>
                <a:lnTo>
                  <a:pt x="147005" y="18126"/>
                </a:lnTo>
                <a:lnTo>
                  <a:pt x="191459" y="4617"/>
                </a:lnTo>
                <a:lnTo>
                  <a:pt x="238131" y="0"/>
                </a:lnTo>
                <a:lnTo>
                  <a:pt x="5545328" y="0"/>
                </a:lnTo>
                <a:lnTo>
                  <a:pt x="5592000" y="4617"/>
                </a:lnTo>
                <a:lnTo>
                  <a:pt x="5636454" y="18125"/>
                </a:lnTo>
                <a:lnTo>
                  <a:pt x="5677439" y="40007"/>
                </a:lnTo>
                <a:lnTo>
                  <a:pt x="5713707" y="69744"/>
                </a:lnTo>
                <a:lnTo>
                  <a:pt x="5743444" y="106012"/>
                </a:lnTo>
                <a:lnTo>
                  <a:pt x="5765326" y="146997"/>
                </a:lnTo>
                <a:lnTo>
                  <a:pt x="5778834" y="191451"/>
                </a:lnTo>
                <a:lnTo>
                  <a:pt x="5781674" y="220155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92645"/>
            <a:ext cx="3127199" cy="70653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2907" y="4588736"/>
            <a:ext cx="7805092" cy="46632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1743" y="1203959"/>
            <a:ext cx="8720327" cy="38465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3239815" y="8126773"/>
            <a:ext cx="1131570" cy="1131570"/>
          </a:xfrm>
          <a:custGeom>
            <a:avLst/>
            <a:gdLst/>
            <a:ahLst/>
            <a:cxnLst/>
            <a:rect l="l" t="t" r="r" b="b"/>
            <a:pathLst>
              <a:path w="1131569" h="1131570">
                <a:moveTo>
                  <a:pt x="565762" y="1131526"/>
                </a:moveTo>
                <a:lnTo>
                  <a:pt x="516946" y="1129450"/>
                </a:lnTo>
                <a:lnTo>
                  <a:pt x="469283" y="1123333"/>
                </a:lnTo>
                <a:lnTo>
                  <a:pt x="422943" y="1113345"/>
                </a:lnTo>
                <a:lnTo>
                  <a:pt x="378096" y="1099658"/>
                </a:lnTo>
                <a:lnTo>
                  <a:pt x="334911" y="1082439"/>
                </a:lnTo>
                <a:lnTo>
                  <a:pt x="293559" y="1061860"/>
                </a:lnTo>
                <a:lnTo>
                  <a:pt x="254209" y="1038090"/>
                </a:lnTo>
                <a:lnTo>
                  <a:pt x="217031" y="1011298"/>
                </a:lnTo>
                <a:lnTo>
                  <a:pt x="182194" y="981656"/>
                </a:lnTo>
                <a:lnTo>
                  <a:pt x="149870" y="949331"/>
                </a:lnTo>
                <a:lnTo>
                  <a:pt x="120227" y="914495"/>
                </a:lnTo>
                <a:lnTo>
                  <a:pt x="93436" y="877317"/>
                </a:lnTo>
                <a:lnTo>
                  <a:pt x="69666" y="837967"/>
                </a:lnTo>
                <a:lnTo>
                  <a:pt x="49086" y="796614"/>
                </a:lnTo>
                <a:lnTo>
                  <a:pt x="31868" y="753430"/>
                </a:lnTo>
                <a:lnTo>
                  <a:pt x="18180" y="708582"/>
                </a:lnTo>
                <a:lnTo>
                  <a:pt x="8193" y="662242"/>
                </a:lnTo>
                <a:lnTo>
                  <a:pt x="2076" y="614579"/>
                </a:lnTo>
                <a:lnTo>
                  <a:pt x="0" y="565763"/>
                </a:lnTo>
                <a:lnTo>
                  <a:pt x="2076" y="516947"/>
                </a:lnTo>
                <a:lnTo>
                  <a:pt x="8193" y="469284"/>
                </a:lnTo>
                <a:lnTo>
                  <a:pt x="18180" y="422943"/>
                </a:lnTo>
                <a:lnTo>
                  <a:pt x="31868" y="378096"/>
                </a:lnTo>
                <a:lnTo>
                  <a:pt x="49086" y="334911"/>
                </a:lnTo>
                <a:lnTo>
                  <a:pt x="69666" y="293559"/>
                </a:lnTo>
                <a:lnTo>
                  <a:pt x="93436" y="254209"/>
                </a:lnTo>
                <a:lnTo>
                  <a:pt x="120227" y="217031"/>
                </a:lnTo>
                <a:lnTo>
                  <a:pt x="149870" y="182195"/>
                </a:lnTo>
                <a:lnTo>
                  <a:pt x="182194" y="149870"/>
                </a:lnTo>
                <a:lnTo>
                  <a:pt x="217031" y="120227"/>
                </a:lnTo>
                <a:lnTo>
                  <a:pt x="254209" y="93436"/>
                </a:lnTo>
                <a:lnTo>
                  <a:pt x="293559" y="69666"/>
                </a:lnTo>
                <a:lnTo>
                  <a:pt x="334911" y="49086"/>
                </a:lnTo>
                <a:lnTo>
                  <a:pt x="378096" y="31868"/>
                </a:lnTo>
                <a:lnTo>
                  <a:pt x="422943" y="18180"/>
                </a:lnTo>
                <a:lnTo>
                  <a:pt x="469283" y="8193"/>
                </a:lnTo>
                <a:lnTo>
                  <a:pt x="516946" y="2076"/>
                </a:lnTo>
                <a:lnTo>
                  <a:pt x="565762" y="0"/>
                </a:lnTo>
                <a:lnTo>
                  <a:pt x="614578" y="2076"/>
                </a:lnTo>
                <a:lnTo>
                  <a:pt x="662241" y="8193"/>
                </a:lnTo>
                <a:lnTo>
                  <a:pt x="708582" y="18180"/>
                </a:lnTo>
                <a:lnTo>
                  <a:pt x="753429" y="31868"/>
                </a:lnTo>
                <a:lnTo>
                  <a:pt x="796614" y="49086"/>
                </a:lnTo>
                <a:lnTo>
                  <a:pt x="837967" y="69666"/>
                </a:lnTo>
                <a:lnTo>
                  <a:pt x="877317" y="93436"/>
                </a:lnTo>
                <a:lnTo>
                  <a:pt x="914495" y="120227"/>
                </a:lnTo>
                <a:lnTo>
                  <a:pt x="949331" y="149870"/>
                </a:lnTo>
                <a:lnTo>
                  <a:pt x="981655" y="182195"/>
                </a:lnTo>
                <a:lnTo>
                  <a:pt x="1011298" y="217031"/>
                </a:lnTo>
                <a:lnTo>
                  <a:pt x="1038090" y="254209"/>
                </a:lnTo>
                <a:lnTo>
                  <a:pt x="1061860" y="293559"/>
                </a:lnTo>
                <a:lnTo>
                  <a:pt x="1082439" y="334911"/>
                </a:lnTo>
                <a:lnTo>
                  <a:pt x="1099658" y="378096"/>
                </a:lnTo>
                <a:lnTo>
                  <a:pt x="1113345" y="422943"/>
                </a:lnTo>
                <a:lnTo>
                  <a:pt x="1123333" y="469284"/>
                </a:lnTo>
                <a:lnTo>
                  <a:pt x="1129450" y="516947"/>
                </a:lnTo>
                <a:lnTo>
                  <a:pt x="1131526" y="565763"/>
                </a:lnTo>
                <a:lnTo>
                  <a:pt x="1129450" y="614579"/>
                </a:lnTo>
                <a:lnTo>
                  <a:pt x="1123333" y="662242"/>
                </a:lnTo>
                <a:lnTo>
                  <a:pt x="1113345" y="708582"/>
                </a:lnTo>
                <a:lnTo>
                  <a:pt x="1099658" y="753430"/>
                </a:lnTo>
                <a:lnTo>
                  <a:pt x="1082439" y="796614"/>
                </a:lnTo>
                <a:lnTo>
                  <a:pt x="1061860" y="837967"/>
                </a:lnTo>
                <a:lnTo>
                  <a:pt x="1038090" y="877317"/>
                </a:lnTo>
                <a:lnTo>
                  <a:pt x="1011298" y="914495"/>
                </a:lnTo>
                <a:lnTo>
                  <a:pt x="981655" y="949331"/>
                </a:lnTo>
                <a:lnTo>
                  <a:pt x="949331" y="981656"/>
                </a:lnTo>
                <a:lnTo>
                  <a:pt x="914495" y="1011298"/>
                </a:lnTo>
                <a:lnTo>
                  <a:pt x="877317" y="1038090"/>
                </a:lnTo>
                <a:lnTo>
                  <a:pt x="837967" y="1061860"/>
                </a:lnTo>
                <a:lnTo>
                  <a:pt x="796614" y="1082439"/>
                </a:lnTo>
                <a:lnTo>
                  <a:pt x="753429" y="1099658"/>
                </a:lnTo>
                <a:lnTo>
                  <a:pt x="708582" y="1113345"/>
                </a:lnTo>
                <a:lnTo>
                  <a:pt x="662241" y="1123333"/>
                </a:lnTo>
                <a:lnTo>
                  <a:pt x="614578" y="1129450"/>
                </a:lnTo>
                <a:lnTo>
                  <a:pt x="565762" y="1131526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3514820" y="8362924"/>
            <a:ext cx="582295" cy="659130"/>
          </a:xfrm>
          <a:custGeom>
            <a:avLst/>
            <a:gdLst/>
            <a:ahLst/>
            <a:cxnLst/>
            <a:rect l="l" t="t" r="r" b="b"/>
            <a:pathLst>
              <a:path w="582294" h="659129">
                <a:moveTo>
                  <a:pt x="419493" y="314248"/>
                </a:moveTo>
                <a:lnTo>
                  <a:pt x="417880" y="306260"/>
                </a:lnTo>
                <a:lnTo>
                  <a:pt x="413486" y="299732"/>
                </a:lnTo>
                <a:lnTo>
                  <a:pt x="406958" y="295338"/>
                </a:lnTo>
                <a:lnTo>
                  <a:pt x="398970" y="293725"/>
                </a:lnTo>
                <a:lnTo>
                  <a:pt x="182714" y="293725"/>
                </a:lnTo>
                <a:lnTo>
                  <a:pt x="174726" y="295338"/>
                </a:lnTo>
                <a:lnTo>
                  <a:pt x="168198" y="299732"/>
                </a:lnTo>
                <a:lnTo>
                  <a:pt x="163804" y="306260"/>
                </a:lnTo>
                <a:lnTo>
                  <a:pt x="162191" y="314248"/>
                </a:lnTo>
                <a:lnTo>
                  <a:pt x="162191" y="465251"/>
                </a:lnTo>
                <a:lnTo>
                  <a:pt x="163804" y="473240"/>
                </a:lnTo>
                <a:lnTo>
                  <a:pt x="168198" y="479767"/>
                </a:lnTo>
                <a:lnTo>
                  <a:pt x="174726" y="484162"/>
                </a:lnTo>
                <a:lnTo>
                  <a:pt x="182714" y="485775"/>
                </a:lnTo>
                <a:lnTo>
                  <a:pt x="398970" y="485775"/>
                </a:lnTo>
                <a:lnTo>
                  <a:pt x="406958" y="484162"/>
                </a:lnTo>
                <a:lnTo>
                  <a:pt x="413486" y="479767"/>
                </a:lnTo>
                <a:lnTo>
                  <a:pt x="417880" y="473240"/>
                </a:lnTo>
                <a:lnTo>
                  <a:pt x="419493" y="465251"/>
                </a:lnTo>
                <a:lnTo>
                  <a:pt x="419493" y="314248"/>
                </a:lnTo>
                <a:close/>
              </a:path>
              <a:path w="582294" h="659129">
                <a:moveTo>
                  <a:pt x="581685" y="367842"/>
                </a:moveTo>
                <a:lnTo>
                  <a:pt x="581672" y="81800"/>
                </a:lnTo>
                <a:lnTo>
                  <a:pt x="578345" y="75514"/>
                </a:lnTo>
                <a:lnTo>
                  <a:pt x="572871" y="71678"/>
                </a:lnTo>
                <a:lnTo>
                  <a:pt x="540639" y="52311"/>
                </a:lnTo>
                <a:lnTo>
                  <a:pt x="540639" y="99390"/>
                </a:lnTo>
                <a:lnTo>
                  <a:pt x="540639" y="367842"/>
                </a:lnTo>
                <a:lnTo>
                  <a:pt x="536625" y="412750"/>
                </a:lnTo>
                <a:lnTo>
                  <a:pt x="525018" y="455015"/>
                </a:lnTo>
                <a:lnTo>
                  <a:pt x="506539" y="493928"/>
                </a:lnTo>
                <a:lnTo>
                  <a:pt x="481888" y="528789"/>
                </a:lnTo>
                <a:lnTo>
                  <a:pt x="451789" y="558901"/>
                </a:lnTo>
                <a:lnTo>
                  <a:pt x="416928" y="583539"/>
                </a:lnTo>
                <a:lnTo>
                  <a:pt x="378002" y="602018"/>
                </a:lnTo>
                <a:lnTo>
                  <a:pt x="335749" y="613625"/>
                </a:lnTo>
                <a:lnTo>
                  <a:pt x="290842" y="617651"/>
                </a:lnTo>
                <a:lnTo>
                  <a:pt x="245948" y="613625"/>
                </a:lnTo>
                <a:lnTo>
                  <a:pt x="203682" y="602018"/>
                </a:lnTo>
                <a:lnTo>
                  <a:pt x="164769" y="583539"/>
                </a:lnTo>
                <a:lnTo>
                  <a:pt x="129908" y="558901"/>
                </a:lnTo>
                <a:lnTo>
                  <a:pt x="99796" y="528789"/>
                </a:lnTo>
                <a:lnTo>
                  <a:pt x="75158" y="493928"/>
                </a:lnTo>
                <a:lnTo>
                  <a:pt x="56680" y="455015"/>
                </a:lnTo>
                <a:lnTo>
                  <a:pt x="45072" y="412750"/>
                </a:lnTo>
                <a:lnTo>
                  <a:pt x="41046" y="367842"/>
                </a:lnTo>
                <a:lnTo>
                  <a:pt x="41160" y="99390"/>
                </a:lnTo>
                <a:lnTo>
                  <a:pt x="91109" y="72478"/>
                </a:lnTo>
                <a:lnTo>
                  <a:pt x="141135" y="55410"/>
                </a:lnTo>
                <a:lnTo>
                  <a:pt x="191122" y="45974"/>
                </a:lnTo>
                <a:lnTo>
                  <a:pt x="242265" y="41833"/>
                </a:lnTo>
                <a:lnTo>
                  <a:pt x="246659" y="41833"/>
                </a:lnTo>
                <a:lnTo>
                  <a:pt x="290868" y="41046"/>
                </a:lnTo>
                <a:lnTo>
                  <a:pt x="340918" y="41833"/>
                </a:lnTo>
                <a:lnTo>
                  <a:pt x="390931" y="45808"/>
                </a:lnTo>
                <a:lnTo>
                  <a:pt x="440905" y="55232"/>
                </a:lnTo>
                <a:lnTo>
                  <a:pt x="490816" y="72351"/>
                </a:lnTo>
                <a:lnTo>
                  <a:pt x="540639" y="99390"/>
                </a:lnTo>
                <a:lnTo>
                  <a:pt x="540639" y="52311"/>
                </a:lnTo>
                <a:lnTo>
                  <a:pt x="479082" y="23837"/>
                </a:lnTo>
                <a:lnTo>
                  <a:pt x="432092" y="11125"/>
                </a:lnTo>
                <a:lnTo>
                  <a:pt x="385064" y="3911"/>
                </a:lnTo>
                <a:lnTo>
                  <a:pt x="337972" y="698"/>
                </a:lnTo>
                <a:lnTo>
                  <a:pt x="290817" y="0"/>
                </a:lnTo>
                <a:lnTo>
                  <a:pt x="249516" y="698"/>
                </a:lnTo>
                <a:lnTo>
                  <a:pt x="245275" y="698"/>
                </a:lnTo>
                <a:lnTo>
                  <a:pt x="196977" y="4064"/>
                </a:lnTo>
                <a:lnTo>
                  <a:pt x="150012" y="11290"/>
                </a:lnTo>
                <a:lnTo>
                  <a:pt x="102997" y="23964"/>
                </a:lnTo>
                <a:lnTo>
                  <a:pt x="56083" y="43535"/>
                </a:lnTo>
                <a:lnTo>
                  <a:pt x="8801" y="71678"/>
                </a:lnTo>
                <a:lnTo>
                  <a:pt x="0" y="81800"/>
                </a:lnTo>
                <a:lnTo>
                  <a:pt x="0" y="367842"/>
                </a:lnTo>
                <a:lnTo>
                  <a:pt x="3810" y="415023"/>
                </a:lnTo>
                <a:lnTo>
                  <a:pt x="14833" y="459778"/>
                </a:lnTo>
                <a:lnTo>
                  <a:pt x="32461" y="501497"/>
                </a:lnTo>
                <a:lnTo>
                  <a:pt x="56121" y="539610"/>
                </a:lnTo>
                <a:lnTo>
                  <a:pt x="85191" y="573493"/>
                </a:lnTo>
                <a:lnTo>
                  <a:pt x="119075" y="602564"/>
                </a:lnTo>
                <a:lnTo>
                  <a:pt x="157187" y="626224"/>
                </a:lnTo>
                <a:lnTo>
                  <a:pt x="198920" y="643851"/>
                </a:lnTo>
                <a:lnTo>
                  <a:pt x="243674" y="654875"/>
                </a:lnTo>
                <a:lnTo>
                  <a:pt x="290842" y="658685"/>
                </a:lnTo>
                <a:lnTo>
                  <a:pt x="338023" y="654875"/>
                </a:lnTo>
                <a:lnTo>
                  <a:pt x="382778" y="643851"/>
                </a:lnTo>
                <a:lnTo>
                  <a:pt x="424510" y="626224"/>
                </a:lnTo>
                <a:lnTo>
                  <a:pt x="462610" y="602564"/>
                </a:lnTo>
                <a:lnTo>
                  <a:pt x="496506" y="573493"/>
                </a:lnTo>
                <a:lnTo>
                  <a:pt x="525576" y="539610"/>
                </a:lnTo>
                <a:lnTo>
                  <a:pt x="549224" y="501497"/>
                </a:lnTo>
                <a:lnTo>
                  <a:pt x="566864" y="459778"/>
                </a:lnTo>
                <a:lnTo>
                  <a:pt x="577888" y="415023"/>
                </a:lnTo>
                <a:lnTo>
                  <a:pt x="581685" y="3678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04053" y="8535832"/>
            <a:ext cx="203238" cy="1618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8288000" cy="1028700"/>
          </a:xfrm>
          <a:custGeom>
            <a:avLst/>
            <a:gdLst/>
            <a:ahLst/>
            <a:cxnLst/>
            <a:rect l="l" t="t" r="r" b="b"/>
            <a:pathLst>
              <a:path w="18288000" h="1028700">
                <a:moveTo>
                  <a:pt x="18288000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019033"/>
            <a:ext cx="18288000" cy="19050"/>
          </a:xfrm>
          <a:custGeom>
            <a:avLst/>
            <a:gdLst/>
            <a:ahLst/>
            <a:cxnLst/>
            <a:rect l="l" t="t" r="r" b="b"/>
            <a:pathLst>
              <a:path w="18288000" h="19050">
                <a:moveTo>
                  <a:pt x="0" y="0"/>
                </a:moveTo>
                <a:lnTo>
                  <a:pt x="18287998" y="0"/>
                </a:lnTo>
                <a:lnTo>
                  <a:pt x="18287998" y="19049"/>
                </a:lnTo>
                <a:lnTo>
                  <a:pt x="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441201"/>
            <a:ext cx="237807" cy="23780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997198" y="472871"/>
            <a:ext cx="262255" cy="171450"/>
          </a:xfrm>
          <a:custGeom>
            <a:avLst/>
            <a:gdLst/>
            <a:ahLst/>
            <a:cxnLst/>
            <a:rect l="l" t="t" r="r" b="b"/>
            <a:pathLst>
              <a:path w="262255" h="171450">
                <a:moveTo>
                  <a:pt x="261975" y="145478"/>
                </a:moveTo>
                <a:lnTo>
                  <a:pt x="0" y="145478"/>
                </a:lnTo>
                <a:lnTo>
                  <a:pt x="101" y="171450"/>
                </a:lnTo>
                <a:lnTo>
                  <a:pt x="261975" y="171450"/>
                </a:lnTo>
                <a:lnTo>
                  <a:pt x="261975" y="145478"/>
                </a:lnTo>
                <a:close/>
              </a:path>
              <a:path w="262255" h="171450">
                <a:moveTo>
                  <a:pt x="261975" y="72745"/>
                </a:moveTo>
                <a:lnTo>
                  <a:pt x="114" y="72745"/>
                </a:lnTo>
                <a:lnTo>
                  <a:pt x="114" y="101841"/>
                </a:lnTo>
                <a:lnTo>
                  <a:pt x="261975" y="101841"/>
                </a:lnTo>
                <a:lnTo>
                  <a:pt x="261975" y="72745"/>
                </a:lnTo>
                <a:close/>
              </a:path>
              <a:path w="262255" h="171450">
                <a:moveTo>
                  <a:pt x="261975" y="0"/>
                </a:moveTo>
                <a:lnTo>
                  <a:pt x="114" y="0"/>
                </a:lnTo>
                <a:lnTo>
                  <a:pt x="114" y="29095"/>
                </a:lnTo>
                <a:lnTo>
                  <a:pt x="261975" y="29095"/>
                </a:lnTo>
                <a:lnTo>
                  <a:pt x="261975" y="0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45466" y="4041869"/>
            <a:ext cx="254254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EALLYGREATSITE.COM/" TargetMode="External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7.png"/><Relationship Id="rId4" Type="http://schemas.openxmlformats.org/officeDocument/2006/relationships/image" Target="../media/image43.png"/><Relationship Id="rId9" Type="http://schemas.openxmlformats.org/officeDocument/2006/relationships/hyperlink" Target="mailto:HELLO@REALLYGREATSIT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43226" y="2871913"/>
              <a:ext cx="1202055" cy="1361440"/>
            </a:xfrm>
            <a:custGeom>
              <a:avLst/>
              <a:gdLst/>
              <a:ahLst/>
              <a:cxnLst/>
              <a:rect l="l" t="t" r="r" b="b"/>
              <a:pathLst>
                <a:path w="1202054" h="1361439">
                  <a:moveTo>
                    <a:pt x="866851" y="649351"/>
                  </a:moveTo>
                  <a:lnTo>
                    <a:pt x="863511" y="632841"/>
                  </a:lnTo>
                  <a:lnTo>
                    <a:pt x="854417" y="619366"/>
                  </a:lnTo>
                  <a:lnTo>
                    <a:pt x="840943" y="610273"/>
                  </a:lnTo>
                  <a:lnTo>
                    <a:pt x="824433" y="606945"/>
                  </a:lnTo>
                  <a:lnTo>
                    <a:pt x="810983" y="606945"/>
                  </a:lnTo>
                  <a:lnTo>
                    <a:pt x="810983" y="567296"/>
                  </a:lnTo>
                  <a:lnTo>
                    <a:pt x="806907" y="526135"/>
                  </a:lnTo>
                  <a:lnTo>
                    <a:pt x="794994" y="486930"/>
                  </a:lnTo>
                  <a:lnTo>
                    <a:pt x="775703" y="450786"/>
                  </a:lnTo>
                  <a:lnTo>
                    <a:pt x="749477" y="418807"/>
                  </a:lnTo>
                  <a:lnTo>
                    <a:pt x="726173" y="399707"/>
                  </a:lnTo>
                  <a:lnTo>
                    <a:pt x="726173" y="567296"/>
                  </a:lnTo>
                  <a:lnTo>
                    <a:pt x="726173" y="606945"/>
                  </a:lnTo>
                  <a:lnTo>
                    <a:pt x="475830" y="606945"/>
                  </a:lnTo>
                  <a:lnTo>
                    <a:pt x="475830" y="567296"/>
                  </a:lnTo>
                  <a:lnTo>
                    <a:pt x="485355" y="519379"/>
                  </a:lnTo>
                  <a:lnTo>
                    <a:pt x="512483" y="478777"/>
                  </a:lnTo>
                  <a:lnTo>
                    <a:pt x="553097" y="451637"/>
                  </a:lnTo>
                  <a:lnTo>
                    <a:pt x="601002" y="442112"/>
                  </a:lnTo>
                  <a:lnTo>
                    <a:pt x="625525" y="444538"/>
                  </a:lnTo>
                  <a:lnTo>
                    <a:pt x="670445" y="463143"/>
                  </a:lnTo>
                  <a:lnTo>
                    <a:pt x="705142" y="497840"/>
                  </a:lnTo>
                  <a:lnTo>
                    <a:pt x="723734" y="542759"/>
                  </a:lnTo>
                  <a:lnTo>
                    <a:pt x="726173" y="567296"/>
                  </a:lnTo>
                  <a:lnTo>
                    <a:pt x="726173" y="399707"/>
                  </a:lnTo>
                  <a:lnTo>
                    <a:pt x="717499" y="392582"/>
                  </a:lnTo>
                  <a:lnTo>
                    <a:pt x="681355" y="373291"/>
                  </a:lnTo>
                  <a:lnTo>
                    <a:pt x="642150" y="361378"/>
                  </a:lnTo>
                  <a:lnTo>
                    <a:pt x="601002" y="357301"/>
                  </a:lnTo>
                  <a:lnTo>
                    <a:pt x="559841" y="361378"/>
                  </a:lnTo>
                  <a:lnTo>
                    <a:pt x="520636" y="373291"/>
                  </a:lnTo>
                  <a:lnTo>
                    <a:pt x="484492" y="392582"/>
                  </a:lnTo>
                  <a:lnTo>
                    <a:pt x="452513" y="418807"/>
                  </a:lnTo>
                  <a:lnTo>
                    <a:pt x="426288" y="450786"/>
                  </a:lnTo>
                  <a:lnTo>
                    <a:pt x="406996" y="486930"/>
                  </a:lnTo>
                  <a:lnTo>
                    <a:pt x="395084" y="526135"/>
                  </a:lnTo>
                  <a:lnTo>
                    <a:pt x="391007" y="567296"/>
                  </a:lnTo>
                  <a:lnTo>
                    <a:pt x="391007" y="606945"/>
                  </a:lnTo>
                  <a:lnTo>
                    <a:pt x="377558" y="606945"/>
                  </a:lnTo>
                  <a:lnTo>
                    <a:pt x="361048" y="610273"/>
                  </a:lnTo>
                  <a:lnTo>
                    <a:pt x="347573" y="619366"/>
                  </a:lnTo>
                  <a:lnTo>
                    <a:pt x="338480" y="632841"/>
                  </a:lnTo>
                  <a:lnTo>
                    <a:pt x="335153" y="649351"/>
                  </a:lnTo>
                  <a:lnTo>
                    <a:pt x="335153" y="961402"/>
                  </a:lnTo>
                  <a:lnTo>
                    <a:pt x="338480" y="977912"/>
                  </a:lnTo>
                  <a:lnTo>
                    <a:pt x="347573" y="991387"/>
                  </a:lnTo>
                  <a:lnTo>
                    <a:pt x="361048" y="1000480"/>
                  </a:lnTo>
                  <a:lnTo>
                    <a:pt x="377558" y="1003808"/>
                  </a:lnTo>
                  <a:lnTo>
                    <a:pt x="824433" y="1003808"/>
                  </a:lnTo>
                  <a:lnTo>
                    <a:pt x="840943" y="1000480"/>
                  </a:lnTo>
                  <a:lnTo>
                    <a:pt x="854417" y="991387"/>
                  </a:lnTo>
                  <a:lnTo>
                    <a:pt x="863511" y="977912"/>
                  </a:lnTo>
                  <a:lnTo>
                    <a:pt x="866851" y="961402"/>
                  </a:lnTo>
                  <a:lnTo>
                    <a:pt x="866851" y="649351"/>
                  </a:lnTo>
                  <a:close/>
                </a:path>
                <a:path w="1202054" h="1361439">
                  <a:moveTo>
                    <a:pt x="1202004" y="182918"/>
                  </a:moveTo>
                  <a:lnTo>
                    <a:pt x="1183792" y="148107"/>
                  </a:lnTo>
                  <a:lnTo>
                    <a:pt x="1135468" y="116700"/>
                  </a:lnTo>
                  <a:lnTo>
                    <a:pt x="1117180" y="106616"/>
                  </a:lnTo>
                  <a:lnTo>
                    <a:pt x="1117180" y="205384"/>
                  </a:lnTo>
                  <a:lnTo>
                    <a:pt x="1117180" y="760120"/>
                  </a:lnTo>
                  <a:lnTo>
                    <a:pt x="1115072" y="807085"/>
                  </a:lnTo>
                  <a:lnTo>
                    <a:pt x="1108862" y="852906"/>
                  </a:lnTo>
                  <a:lnTo>
                    <a:pt x="1098740" y="897343"/>
                  </a:lnTo>
                  <a:lnTo>
                    <a:pt x="1084884" y="940231"/>
                  </a:lnTo>
                  <a:lnTo>
                    <a:pt x="1067485" y="981392"/>
                  </a:lnTo>
                  <a:lnTo>
                    <a:pt x="1046708" y="1020648"/>
                  </a:lnTo>
                  <a:lnTo>
                    <a:pt x="1022743" y="1057808"/>
                  </a:lnTo>
                  <a:lnTo>
                    <a:pt x="995781" y="1092682"/>
                  </a:lnTo>
                  <a:lnTo>
                    <a:pt x="966000" y="1125118"/>
                  </a:lnTo>
                  <a:lnTo>
                    <a:pt x="933564" y="1154899"/>
                  </a:lnTo>
                  <a:lnTo>
                    <a:pt x="898690" y="1181862"/>
                  </a:lnTo>
                  <a:lnTo>
                    <a:pt x="861529" y="1205826"/>
                  </a:lnTo>
                  <a:lnTo>
                    <a:pt x="822274" y="1226604"/>
                  </a:lnTo>
                  <a:lnTo>
                    <a:pt x="781113" y="1244003"/>
                  </a:lnTo>
                  <a:lnTo>
                    <a:pt x="738225" y="1257858"/>
                  </a:lnTo>
                  <a:lnTo>
                    <a:pt x="693788" y="1267993"/>
                  </a:lnTo>
                  <a:lnTo>
                    <a:pt x="647979" y="1274191"/>
                  </a:lnTo>
                  <a:lnTo>
                    <a:pt x="601002" y="1276299"/>
                  </a:lnTo>
                  <a:lnTo>
                    <a:pt x="554012" y="1274191"/>
                  </a:lnTo>
                  <a:lnTo>
                    <a:pt x="508215" y="1267993"/>
                  </a:lnTo>
                  <a:lnTo>
                    <a:pt x="463778" y="1257858"/>
                  </a:lnTo>
                  <a:lnTo>
                    <a:pt x="420878" y="1244003"/>
                  </a:lnTo>
                  <a:lnTo>
                    <a:pt x="379717" y="1226604"/>
                  </a:lnTo>
                  <a:lnTo>
                    <a:pt x="340461" y="1205826"/>
                  </a:lnTo>
                  <a:lnTo>
                    <a:pt x="303301" y="1181862"/>
                  </a:lnTo>
                  <a:lnTo>
                    <a:pt x="268427" y="1154899"/>
                  </a:lnTo>
                  <a:lnTo>
                    <a:pt x="235991" y="1125118"/>
                  </a:lnTo>
                  <a:lnTo>
                    <a:pt x="206209" y="1092682"/>
                  </a:lnTo>
                  <a:lnTo>
                    <a:pt x="179247" y="1057808"/>
                  </a:lnTo>
                  <a:lnTo>
                    <a:pt x="155282" y="1020648"/>
                  </a:lnTo>
                  <a:lnTo>
                    <a:pt x="134518" y="981392"/>
                  </a:lnTo>
                  <a:lnTo>
                    <a:pt x="117106" y="940231"/>
                  </a:lnTo>
                  <a:lnTo>
                    <a:pt x="103251" y="897343"/>
                  </a:lnTo>
                  <a:lnTo>
                    <a:pt x="93129" y="852906"/>
                  </a:lnTo>
                  <a:lnTo>
                    <a:pt x="86918" y="807085"/>
                  </a:lnTo>
                  <a:lnTo>
                    <a:pt x="84810" y="760120"/>
                  </a:lnTo>
                  <a:lnTo>
                    <a:pt x="84810" y="205384"/>
                  </a:lnTo>
                  <a:lnTo>
                    <a:pt x="85013" y="205384"/>
                  </a:lnTo>
                  <a:lnTo>
                    <a:pt x="131838" y="177342"/>
                  </a:lnTo>
                  <a:lnTo>
                    <a:pt x="178866" y="153924"/>
                  </a:lnTo>
                  <a:lnTo>
                    <a:pt x="225869" y="134823"/>
                  </a:lnTo>
                  <a:lnTo>
                    <a:pt x="272859" y="119583"/>
                  </a:lnTo>
                  <a:lnTo>
                    <a:pt x="319824" y="107797"/>
                  </a:lnTo>
                  <a:lnTo>
                    <a:pt x="366763" y="99009"/>
                  </a:lnTo>
                  <a:lnTo>
                    <a:pt x="413689" y="92773"/>
                  </a:lnTo>
                  <a:lnTo>
                    <a:pt x="460578" y="88684"/>
                  </a:lnTo>
                  <a:lnTo>
                    <a:pt x="507428" y="86283"/>
                  </a:lnTo>
                  <a:lnTo>
                    <a:pt x="558546" y="85039"/>
                  </a:lnTo>
                  <a:lnTo>
                    <a:pt x="601040" y="84810"/>
                  </a:lnTo>
                  <a:lnTo>
                    <a:pt x="648055" y="85039"/>
                  </a:lnTo>
                  <a:lnTo>
                    <a:pt x="695071" y="86093"/>
                  </a:lnTo>
                  <a:lnTo>
                    <a:pt x="742061" y="88417"/>
                  </a:lnTo>
                  <a:lnTo>
                    <a:pt x="789038" y="92468"/>
                  </a:lnTo>
                  <a:lnTo>
                    <a:pt x="835990" y="98666"/>
                  </a:lnTo>
                  <a:lnTo>
                    <a:pt x="882929" y="107442"/>
                  </a:lnTo>
                  <a:lnTo>
                    <a:pt x="929843" y="119240"/>
                  </a:lnTo>
                  <a:lnTo>
                    <a:pt x="976731" y="134505"/>
                  </a:lnTo>
                  <a:lnTo>
                    <a:pt x="1023581" y="153657"/>
                  </a:lnTo>
                  <a:lnTo>
                    <a:pt x="1070406" y="177139"/>
                  </a:lnTo>
                  <a:lnTo>
                    <a:pt x="1117180" y="205384"/>
                  </a:lnTo>
                  <a:lnTo>
                    <a:pt x="1117180" y="106616"/>
                  </a:lnTo>
                  <a:lnTo>
                    <a:pt x="1075829" y="84810"/>
                  </a:lnTo>
                  <a:lnTo>
                    <a:pt x="1038479" y="67602"/>
                  </a:lnTo>
                  <a:lnTo>
                    <a:pt x="989965" y="49237"/>
                  </a:lnTo>
                  <a:lnTo>
                    <a:pt x="941425" y="34493"/>
                  </a:lnTo>
                  <a:lnTo>
                    <a:pt x="892873" y="22974"/>
                  </a:lnTo>
                  <a:lnTo>
                    <a:pt x="844296" y="14300"/>
                  </a:lnTo>
                  <a:lnTo>
                    <a:pt x="795680" y="8077"/>
                  </a:lnTo>
                  <a:lnTo>
                    <a:pt x="747052" y="3911"/>
                  </a:lnTo>
                  <a:lnTo>
                    <a:pt x="698385" y="1447"/>
                  </a:lnTo>
                  <a:lnTo>
                    <a:pt x="649681" y="266"/>
                  </a:lnTo>
                  <a:lnTo>
                    <a:pt x="600938" y="0"/>
                  </a:lnTo>
                  <a:lnTo>
                    <a:pt x="556641" y="266"/>
                  </a:lnTo>
                  <a:lnTo>
                    <a:pt x="504012" y="1638"/>
                  </a:lnTo>
                  <a:lnTo>
                    <a:pt x="455536" y="4178"/>
                  </a:lnTo>
                  <a:lnTo>
                    <a:pt x="407035" y="8382"/>
                  </a:lnTo>
                  <a:lnTo>
                    <a:pt x="358521" y="14630"/>
                  </a:lnTo>
                  <a:lnTo>
                    <a:pt x="309981" y="23304"/>
                  </a:lnTo>
                  <a:lnTo>
                    <a:pt x="261416" y="34810"/>
                  </a:lnTo>
                  <a:lnTo>
                    <a:pt x="212839" y="49517"/>
                  </a:lnTo>
                  <a:lnTo>
                    <a:pt x="164223" y="67818"/>
                  </a:lnTo>
                  <a:lnTo>
                    <a:pt x="115570" y="90081"/>
                  </a:lnTo>
                  <a:lnTo>
                    <a:pt x="66941" y="116700"/>
                  </a:lnTo>
                  <a:lnTo>
                    <a:pt x="18186" y="148107"/>
                  </a:lnTo>
                  <a:lnTo>
                    <a:pt x="0" y="182918"/>
                  </a:lnTo>
                  <a:lnTo>
                    <a:pt x="0" y="760120"/>
                  </a:lnTo>
                  <a:lnTo>
                    <a:pt x="1803" y="807085"/>
                  </a:lnTo>
                  <a:lnTo>
                    <a:pt x="7137" y="853059"/>
                  </a:lnTo>
                  <a:lnTo>
                    <a:pt x="15875" y="897915"/>
                  </a:lnTo>
                  <a:lnTo>
                    <a:pt x="27863" y="941514"/>
                  </a:lnTo>
                  <a:lnTo>
                    <a:pt x="42976" y="983729"/>
                  </a:lnTo>
                  <a:lnTo>
                    <a:pt x="61087" y="1024420"/>
                  </a:lnTo>
                  <a:lnTo>
                    <a:pt x="82054" y="1063447"/>
                  </a:lnTo>
                  <a:lnTo>
                    <a:pt x="105740" y="1100683"/>
                  </a:lnTo>
                  <a:lnTo>
                    <a:pt x="132029" y="1136002"/>
                  </a:lnTo>
                  <a:lnTo>
                    <a:pt x="160769" y="1169263"/>
                  </a:lnTo>
                  <a:lnTo>
                    <a:pt x="191846" y="1200327"/>
                  </a:lnTo>
                  <a:lnTo>
                    <a:pt x="225107" y="1229067"/>
                  </a:lnTo>
                  <a:lnTo>
                    <a:pt x="260426" y="1255356"/>
                  </a:lnTo>
                  <a:lnTo>
                    <a:pt x="297662" y="1279055"/>
                  </a:lnTo>
                  <a:lnTo>
                    <a:pt x="336689" y="1300022"/>
                  </a:lnTo>
                  <a:lnTo>
                    <a:pt x="377380" y="1318133"/>
                  </a:lnTo>
                  <a:lnTo>
                    <a:pt x="419595" y="1333246"/>
                  </a:lnTo>
                  <a:lnTo>
                    <a:pt x="463194" y="1345234"/>
                  </a:lnTo>
                  <a:lnTo>
                    <a:pt x="508050" y="1353959"/>
                  </a:lnTo>
                  <a:lnTo>
                    <a:pt x="554037" y="1359293"/>
                  </a:lnTo>
                  <a:lnTo>
                    <a:pt x="601002" y="1361109"/>
                  </a:lnTo>
                  <a:lnTo>
                    <a:pt x="647966" y="1359293"/>
                  </a:lnTo>
                  <a:lnTo>
                    <a:pt x="693940" y="1353959"/>
                  </a:lnTo>
                  <a:lnTo>
                    <a:pt x="738809" y="1345234"/>
                  </a:lnTo>
                  <a:lnTo>
                    <a:pt x="782408" y="1333246"/>
                  </a:lnTo>
                  <a:lnTo>
                    <a:pt x="824611" y="1318133"/>
                  </a:lnTo>
                  <a:lnTo>
                    <a:pt x="865301" y="1300022"/>
                  </a:lnTo>
                  <a:lnTo>
                    <a:pt x="904341" y="1279055"/>
                  </a:lnTo>
                  <a:lnTo>
                    <a:pt x="941578" y="1255356"/>
                  </a:lnTo>
                  <a:lnTo>
                    <a:pt x="976896" y="1229067"/>
                  </a:lnTo>
                  <a:lnTo>
                    <a:pt x="1010158" y="1200327"/>
                  </a:lnTo>
                  <a:lnTo>
                    <a:pt x="1041222" y="1169263"/>
                  </a:lnTo>
                  <a:lnTo>
                    <a:pt x="1069962" y="1136002"/>
                  </a:lnTo>
                  <a:lnTo>
                    <a:pt x="1096251" y="1100683"/>
                  </a:lnTo>
                  <a:lnTo>
                    <a:pt x="1119949" y="1063447"/>
                  </a:lnTo>
                  <a:lnTo>
                    <a:pt x="1140917" y="1024420"/>
                  </a:lnTo>
                  <a:lnTo>
                    <a:pt x="1159027" y="983729"/>
                  </a:lnTo>
                  <a:lnTo>
                    <a:pt x="1174140" y="941514"/>
                  </a:lnTo>
                  <a:lnTo>
                    <a:pt x="1186129" y="897915"/>
                  </a:lnTo>
                  <a:lnTo>
                    <a:pt x="1194879" y="852906"/>
                  </a:lnTo>
                  <a:lnTo>
                    <a:pt x="1200188" y="807085"/>
                  </a:lnTo>
                  <a:lnTo>
                    <a:pt x="1202004" y="760120"/>
                  </a:lnTo>
                  <a:lnTo>
                    <a:pt x="1202004" y="1829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9639" y="8457945"/>
              <a:ext cx="16226155" cy="797560"/>
            </a:xfrm>
            <a:custGeom>
              <a:avLst/>
              <a:gdLst/>
              <a:ahLst/>
              <a:cxnLst/>
              <a:rect l="l" t="t" r="r" b="b"/>
              <a:pathLst>
                <a:path w="16226155" h="797559">
                  <a:moveTo>
                    <a:pt x="775284" y="797521"/>
                  </a:moveTo>
                  <a:lnTo>
                    <a:pt x="2540" y="4013"/>
                  </a:lnTo>
                  <a:lnTo>
                    <a:pt x="0" y="4013"/>
                  </a:lnTo>
                  <a:lnTo>
                    <a:pt x="772744" y="797521"/>
                  </a:lnTo>
                  <a:lnTo>
                    <a:pt x="775284" y="797521"/>
                  </a:lnTo>
                  <a:close/>
                </a:path>
                <a:path w="16226155" h="797559">
                  <a:moveTo>
                    <a:pt x="854024" y="797521"/>
                  </a:moveTo>
                  <a:lnTo>
                    <a:pt x="81292" y="4013"/>
                  </a:lnTo>
                  <a:lnTo>
                    <a:pt x="78257" y="4013"/>
                  </a:lnTo>
                  <a:lnTo>
                    <a:pt x="850988" y="797521"/>
                  </a:lnTo>
                  <a:lnTo>
                    <a:pt x="854024" y="797521"/>
                  </a:lnTo>
                  <a:close/>
                </a:path>
                <a:path w="16226155" h="797559">
                  <a:moveTo>
                    <a:pt x="932776" y="797521"/>
                  </a:moveTo>
                  <a:lnTo>
                    <a:pt x="160045" y="4013"/>
                  </a:lnTo>
                  <a:lnTo>
                    <a:pt x="156502" y="4013"/>
                  </a:lnTo>
                  <a:lnTo>
                    <a:pt x="929233" y="797521"/>
                  </a:lnTo>
                  <a:lnTo>
                    <a:pt x="932776" y="797521"/>
                  </a:lnTo>
                  <a:close/>
                </a:path>
                <a:path w="16226155" h="797559">
                  <a:moveTo>
                    <a:pt x="1011529" y="797521"/>
                  </a:moveTo>
                  <a:lnTo>
                    <a:pt x="238785" y="4013"/>
                  </a:lnTo>
                  <a:lnTo>
                    <a:pt x="234746" y="4013"/>
                  </a:lnTo>
                  <a:lnTo>
                    <a:pt x="1007491" y="797521"/>
                  </a:lnTo>
                  <a:lnTo>
                    <a:pt x="1011529" y="797521"/>
                  </a:lnTo>
                  <a:close/>
                </a:path>
                <a:path w="16226155" h="797559">
                  <a:moveTo>
                    <a:pt x="1090282" y="797521"/>
                  </a:moveTo>
                  <a:lnTo>
                    <a:pt x="317538" y="4013"/>
                  </a:lnTo>
                  <a:lnTo>
                    <a:pt x="312991" y="4013"/>
                  </a:lnTo>
                  <a:lnTo>
                    <a:pt x="1085735" y="797521"/>
                  </a:lnTo>
                  <a:lnTo>
                    <a:pt x="1090282" y="797521"/>
                  </a:lnTo>
                  <a:close/>
                </a:path>
                <a:path w="16226155" h="797559">
                  <a:moveTo>
                    <a:pt x="1169022" y="797521"/>
                  </a:moveTo>
                  <a:lnTo>
                    <a:pt x="396290" y="4013"/>
                  </a:lnTo>
                  <a:lnTo>
                    <a:pt x="391248" y="4013"/>
                  </a:lnTo>
                  <a:lnTo>
                    <a:pt x="1163980" y="797521"/>
                  </a:lnTo>
                  <a:lnTo>
                    <a:pt x="1169022" y="797521"/>
                  </a:lnTo>
                  <a:close/>
                </a:path>
                <a:path w="16226155" h="797559">
                  <a:moveTo>
                    <a:pt x="1247863" y="793508"/>
                  </a:moveTo>
                  <a:lnTo>
                    <a:pt x="1243863" y="793508"/>
                  </a:lnTo>
                  <a:lnTo>
                    <a:pt x="473062" y="2006"/>
                  </a:lnTo>
                  <a:lnTo>
                    <a:pt x="470992" y="4013"/>
                  </a:lnTo>
                  <a:lnTo>
                    <a:pt x="469493" y="4013"/>
                  </a:lnTo>
                  <a:lnTo>
                    <a:pt x="1242225" y="797521"/>
                  </a:lnTo>
                  <a:lnTo>
                    <a:pt x="1243736" y="797521"/>
                  </a:lnTo>
                  <a:lnTo>
                    <a:pt x="1247863" y="793508"/>
                  </a:lnTo>
                  <a:close/>
                </a:path>
                <a:path w="16226155" h="797559">
                  <a:moveTo>
                    <a:pt x="1326362" y="793508"/>
                  </a:moveTo>
                  <a:lnTo>
                    <a:pt x="1322603" y="793508"/>
                  </a:lnTo>
                  <a:lnTo>
                    <a:pt x="551688" y="1879"/>
                  </a:lnTo>
                  <a:lnTo>
                    <a:pt x="549490" y="4013"/>
                  </a:lnTo>
                  <a:lnTo>
                    <a:pt x="547738" y="4013"/>
                  </a:lnTo>
                  <a:lnTo>
                    <a:pt x="1320482" y="797521"/>
                  </a:lnTo>
                  <a:lnTo>
                    <a:pt x="1322235" y="797521"/>
                  </a:lnTo>
                  <a:lnTo>
                    <a:pt x="1326362" y="793508"/>
                  </a:lnTo>
                  <a:close/>
                </a:path>
                <a:path w="16226155" h="797559">
                  <a:moveTo>
                    <a:pt x="1404861" y="793508"/>
                  </a:moveTo>
                  <a:lnTo>
                    <a:pt x="1401356" y="793508"/>
                  </a:lnTo>
                  <a:lnTo>
                    <a:pt x="630313" y="1752"/>
                  </a:lnTo>
                  <a:lnTo>
                    <a:pt x="627989" y="4013"/>
                  </a:lnTo>
                  <a:lnTo>
                    <a:pt x="625995" y="4013"/>
                  </a:lnTo>
                  <a:lnTo>
                    <a:pt x="1398727" y="797521"/>
                  </a:lnTo>
                  <a:lnTo>
                    <a:pt x="1400733" y="797521"/>
                  </a:lnTo>
                  <a:lnTo>
                    <a:pt x="1404861" y="793508"/>
                  </a:lnTo>
                  <a:close/>
                </a:path>
                <a:path w="16226155" h="797559">
                  <a:moveTo>
                    <a:pt x="1483360" y="793508"/>
                  </a:moveTo>
                  <a:lnTo>
                    <a:pt x="1480108" y="793508"/>
                  </a:lnTo>
                  <a:lnTo>
                    <a:pt x="708939" y="1625"/>
                  </a:lnTo>
                  <a:lnTo>
                    <a:pt x="706488" y="4013"/>
                  </a:lnTo>
                  <a:lnTo>
                    <a:pt x="704240" y="4013"/>
                  </a:lnTo>
                  <a:lnTo>
                    <a:pt x="1476971" y="797521"/>
                  </a:lnTo>
                  <a:lnTo>
                    <a:pt x="1479232" y="797521"/>
                  </a:lnTo>
                  <a:lnTo>
                    <a:pt x="1483360" y="793508"/>
                  </a:lnTo>
                  <a:close/>
                </a:path>
                <a:path w="16226155" h="797559">
                  <a:moveTo>
                    <a:pt x="1561858" y="793508"/>
                  </a:moveTo>
                  <a:lnTo>
                    <a:pt x="1558848" y="793508"/>
                  </a:lnTo>
                  <a:lnTo>
                    <a:pt x="787565" y="1498"/>
                  </a:lnTo>
                  <a:lnTo>
                    <a:pt x="784987" y="4013"/>
                  </a:lnTo>
                  <a:lnTo>
                    <a:pt x="782485" y="4013"/>
                  </a:lnTo>
                  <a:lnTo>
                    <a:pt x="1555229" y="797521"/>
                  </a:lnTo>
                  <a:lnTo>
                    <a:pt x="1557731" y="797521"/>
                  </a:lnTo>
                  <a:lnTo>
                    <a:pt x="1561858" y="793508"/>
                  </a:lnTo>
                  <a:close/>
                </a:path>
                <a:path w="16226155" h="797559">
                  <a:moveTo>
                    <a:pt x="1640357" y="793508"/>
                  </a:moveTo>
                  <a:lnTo>
                    <a:pt x="1637601" y="793508"/>
                  </a:lnTo>
                  <a:lnTo>
                    <a:pt x="866203" y="1371"/>
                  </a:lnTo>
                  <a:lnTo>
                    <a:pt x="863485" y="4013"/>
                  </a:lnTo>
                  <a:lnTo>
                    <a:pt x="860742" y="4013"/>
                  </a:lnTo>
                  <a:lnTo>
                    <a:pt x="1633474" y="797521"/>
                  </a:lnTo>
                  <a:lnTo>
                    <a:pt x="1636229" y="797521"/>
                  </a:lnTo>
                  <a:lnTo>
                    <a:pt x="1640357" y="793508"/>
                  </a:lnTo>
                  <a:close/>
                </a:path>
                <a:path w="16226155" h="797559">
                  <a:moveTo>
                    <a:pt x="1718856" y="793508"/>
                  </a:moveTo>
                  <a:lnTo>
                    <a:pt x="1716354" y="793508"/>
                  </a:lnTo>
                  <a:lnTo>
                    <a:pt x="944816" y="1257"/>
                  </a:lnTo>
                  <a:lnTo>
                    <a:pt x="941984" y="4013"/>
                  </a:lnTo>
                  <a:lnTo>
                    <a:pt x="938987" y="4013"/>
                  </a:lnTo>
                  <a:lnTo>
                    <a:pt x="1711718" y="797521"/>
                  </a:lnTo>
                  <a:lnTo>
                    <a:pt x="1714728" y="797521"/>
                  </a:lnTo>
                  <a:lnTo>
                    <a:pt x="1718856" y="793508"/>
                  </a:lnTo>
                  <a:close/>
                </a:path>
                <a:path w="16226155" h="797559">
                  <a:moveTo>
                    <a:pt x="1797354" y="793508"/>
                  </a:moveTo>
                  <a:lnTo>
                    <a:pt x="1795106" y="793508"/>
                  </a:lnTo>
                  <a:lnTo>
                    <a:pt x="1023454" y="1130"/>
                  </a:lnTo>
                  <a:lnTo>
                    <a:pt x="1020483" y="4013"/>
                  </a:lnTo>
                  <a:lnTo>
                    <a:pt x="1017231" y="4013"/>
                  </a:lnTo>
                  <a:lnTo>
                    <a:pt x="1789976" y="797521"/>
                  </a:lnTo>
                  <a:lnTo>
                    <a:pt x="1793227" y="797521"/>
                  </a:lnTo>
                  <a:lnTo>
                    <a:pt x="1797354" y="793508"/>
                  </a:lnTo>
                  <a:close/>
                </a:path>
                <a:path w="16226155" h="797559">
                  <a:moveTo>
                    <a:pt x="1875853" y="793508"/>
                  </a:moveTo>
                  <a:lnTo>
                    <a:pt x="1873846" y="793508"/>
                  </a:lnTo>
                  <a:lnTo>
                    <a:pt x="1102080" y="1003"/>
                  </a:lnTo>
                  <a:lnTo>
                    <a:pt x="1098981" y="4013"/>
                  </a:lnTo>
                  <a:lnTo>
                    <a:pt x="1095476" y="4013"/>
                  </a:lnTo>
                  <a:lnTo>
                    <a:pt x="1868220" y="797521"/>
                  </a:lnTo>
                  <a:lnTo>
                    <a:pt x="1871726" y="797521"/>
                  </a:lnTo>
                  <a:lnTo>
                    <a:pt x="1875853" y="793508"/>
                  </a:lnTo>
                  <a:close/>
                </a:path>
                <a:path w="16226155" h="797559">
                  <a:moveTo>
                    <a:pt x="1954352" y="793508"/>
                  </a:moveTo>
                  <a:lnTo>
                    <a:pt x="1952599" y="793508"/>
                  </a:lnTo>
                  <a:lnTo>
                    <a:pt x="1180706" y="876"/>
                  </a:lnTo>
                  <a:lnTo>
                    <a:pt x="1177480" y="4013"/>
                  </a:lnTo>
                  <a:lnTo>
                    <a:pt x="1173734" y="4013"/>
                  </a:lnTo>
                  <a:lnTo>
                    <a:pt x="1946465" y="797521"/>
                  </a:lnTo>
                  <a:lnTo>
                    <a:pt x="1950224" y="797521"/>
                  </a:lnTo>
                  <a:lnTo>
                    <a:pt x="1954352" y="793508"/>
                  </a:lnTo>
                  <a:close/>
                </a:path>
                <a:path w="16226155" h="797559">
                  <a:moveTo>
                    <a:pt x="2032850" y="793508"/>
                  </a:moveTo>
                  <a:lnTo>
                    <a:pt x="2031352" y="793508"/>
                  </a:lnTo>
                  <a:lnTo>
                    <a:pt x="1259332" y="749"/>
                  </a:lnTo>
                  <a:lnTo>
                    <a:pt x="1255979" y="4013"/>
                  </a:lnTo>
                  <a:lnTo>
                    <a:pt x="1251978" y="4013"/>
                  </a:lnTo>
                  <a:lnTo>
                    <a:pt x="2024722" y="797521"/>
                  </a:lnTo>
                  <a:lnTo>
                    <a:pt x="2028723" y="797521"/>
                  </a:lnTo>
                  <a:lnTo>
                    <a:pt x="2032850" y="793508"/>
                  </a:lnTo>
                  <a:close/>
                </a:path>
                <a:path w="16226155" h="797559">
                  <a:moveTo>
                    <a:pt x="2111349" y="793508"/>
                  </a:moveTo>
                  <a:lnTo>
                    <a:pt x="2110092" y="793508"/>
                  </a:lnTo>
                  <a:lnTo>
                    <a:pt x="1337957" y="622"/>
                  </a:lnTo>
                  <a:lnTo>
                    <a:pt x="1334477" y="4013"/>
                  </a:lnTo>
                  <a:lnTo>
                    <a:pt x="1330223" y="4013"/>
                  </a:lnTo>
                  <a:lnTo>
                    <a:pt x="2102967" y="797521"/>
                  </a:lnTo>
                  <a:lnTo>
                    <a:pt x="2107222" y="797521"/>
                  </a:lnTo>
                  <a:lnTo>
                    <a:pt x="2111349" y="793508"/>
                  </a:lnTo>
                  <a:close/>
                </a:path>
                <a:path w="16226155" h="797559">
                  <a:moveTo>
                    <a:pt x="2189848" y="793508"/>
                  </a:moveTo>
                  <a:lnTo>
                    <a:pt x="2188845" y="793508"/>
                  </a:lnTo>
                  <a:lnTo>
                    <a:pt x="1416583" y="495"/>
                  </a:lnTo>
                  <a:lnTo>
                    <a:pt x="1412976" y="4013"/>
                  </a:lnTo>
                  <a:lnTo>
                    <a:pt x="1408480" y="4013"/>
                  </a:lnTo>
                  <a:lnTo>
                    <a:pt x="2181212" y="797521"/>
                  </a:lnTo>
                  <a:lnTo>
                    <a:pt x="2185720" y="797521"/>
                  </a:lnTo>
                  <a:lnTo>
                    <a:pt x="2189848" y="793508"/>
                  </a:lnTo>
                  <a:close/>
                </a:path>
                <a:path w="16226155" h="797559">
                  <a:moveTo>
                    <a:pt x="2268347" y="793508"/>
                  </a:moveTo>
                  <a:lnTo>
                    <a:pt x="2267597" y="793508"/>
                  </a:lnTo>
                  <a:lnTo>
                    <a:pt x="1495209" y="381"/>
                  </a:lnTo>
                  <a:lnTo>
                    <a:pt x="1491475" y="4013"/>
                  </a:lnTo>
                  <a:lnTo>
                    <a:pt x="1486725" y="4013"/>
                  </a:lnTo>
                  <a:lnTo>
                    <a:pt x="2259457" y="797521"/>
                  </a:lnTo>
                  <a:lnTo>
                    <a:pt x="2264219" y="797521"/>
                  </a:lnTo>
                  <a:lnTo>
                    <a:pt x="2268347" y="793508"/>
                  </a:lnTo>
                  <a:close/>
                </a:path>
                <a:path w="16226155" h="797559">
                  <a:moveTo>
                    <a:pt x="2346845" y="793508"/>
                  </a:moveTo>
                  <a:lnTo>
                    <a:pt x="2346337" y="793508"/>
                  </a:lnTo>
                  <a:lnTo>
                    <a:pt x="1573834" y="254"/>
                  </a:lnTo>
                  <a:lnTo>
                    <a:pt x="1569974" y="4013"/>
                  </a:lnTo>
                  <a:lnTo>
                    <a:pt x="1564970" y="4013"/>
                  </a:lnTo>
                  <a:lnTo>
                    <a:pt x="2337714" y="797521"/>
                  </a:lnTo>
                  <a:lnTo>
                    <a:pt x="2342718" y="797521"/>
                  </a:lnTo>
                  <a:lnTo>
                    <a:pt x="2346845" y="793508"/>
                  </a:lnTo>
                  <a:close/>
                </a:path>
                <a:path w="16226155" h="797559">
                  <a:moveTo>
                    <a:pt x="2425344" y="793508"/>
                  </a:moveTo>
                  <a:lnTo>
                    <a:pt x="2425090" y="793508"/>
                  </a:lnTo>
                  <a:lnTo>
                    <a:pt x="1652473" y="127"/>
                  </a:lnTo>
                  <a:lnTo>
                    <a:pt x="1648472" y="4013"/>
                  </a:lnTo>
                  <a:lnTo>
                    <a:pt x="1643227" y="4013"/>
                  </a:lnTo>
                  <a:lnTo>
                    <a:pt x="2415959" y="797521"/>
                  </a:lnTo>
                  <a:lnTo>
                    <a:pt x="2421217" y="797521"/>
                  </a:lnTo>
                  <a:lnTo>
                    <a:pt x="2425344" y="793508"/>
                  </a:lnTo>
                  <a:close/>
                </a:path>
                <a:path w="16226155" h="797559">
                  <a:moveTo>
                    <a:pt x="2503843" y="793508"/>
                  </a:moveTo>
                  <a:lnTo>
                    <a:pt x="1731098" y="0"/>
                  </a:lnTo>
                  <a:lnTo>
                    <a:pt x="1726971" y="4013"/>
                  </a:lnTo>
                  <a:lnTo>
                    <a:pt x="1721472" y="4013"/>
                  </a:lnTo>
                  <a:lnTo>
                    <a:pt x="2494203" y="797521"/>
                  </a:lnTo>
                  <a:lnTo>
                    <a:pt x="2499715" y="797521"/>
                  </a:lnTo>
                  <a:lnTo>
                    <a:pt x="2503843" y="793508"/>
                  </a:lnTo>
                  <a:close/>
                </a:path>
                <a:path w="16226155" h="797559">
                  <a:moveTo>
                    <a:pt x="8372754" y="722096"/>
                  </a:moveTo>
                  <a:lnTo>
                    <a:pt x="8370494" y="710895"/>
                  </a:lnTo>
                  <a:lnTo>
                    <a:pt x="8364334" y="701763"/>
                  </a:lnTo>
                  <a:lnTo>
                    <a:pt x="8355190" y="695591"/>
                  </a:lnTo>
                  <a:lnTo>
                    <a:pt x="8344001" y="693343"/>
                  </a:lnTo>
                  <a:lnTo>
                    <a:pt x="7884706" y="693343"/>
                  </a:lnTo>
                  <a:lnTo>
                    <a:pt x="7873517" y="695591"/>
                  </a:lnTo>
                  <a:lnTo>
                    <a:pt x="7864373" y="701763"/>
                  </a:lnTo>
                  <a:lnTo>
                    <a:pt x="7858214" y="710895"/>
                  </a:lnTo>
                  <a:lnTo>
                    <a:pt x="7855953" y="722096"/>
                  </a:lnTo>
                  <a:lnTo>
                    <a:pt x="7858214" y="733285"/>
                  </a:lnTo>
                  <a:lnTo>
                    <a:pt x="7864373" y="742429"/>
                  </a:lnTo>
                  <a:lnTo>
                    <a:pt x="7873517" y="748588"/>
                  </a:lnTo>
                  <a:lnTo>
                    <a:pt x="7884706" y="750849"/>
                  </a:lnTo>
                  <a:lnTo>
                    <a:pt x="8344001" y="750849"/>
                  </a:lnTo>
                  <a:lnTo>
                    <a:pt x="8355190" y="748588"/>
                  </a:lnTo>
                  <a:lnTo>
                    <a:pt x="8364334" y="742429"/>
                  </a:lnTo>
                  <a:lnTo>
                    <a:pt x="8370494" y="733285"/>
                  </a:lnTo>
                  <a:lnTo>
                    <a:pt x="8372754" y="722096"/>
                  </a:lnTo>
                  <a:close/>
                </a:path>
                <a:path w="16226155" h="797559">
                  <a:moveTo>
                    <a:pt x="14504099" y="4013"/>
                  </a:moveTo>
                  <a:lnTo>
                    <a:pt x="14498600" y="4013"/>
                  </a:lnTo>
                  <a:lnTo>
                    <a:pt x="14494472" y="0"/>
                  </a:lnTo>
                  <a:lnTo>
                    <a:pt x="13721728" y="793508"/>
                  </a:lnTo>
                  <a:lnTo>
                    <a:pt x="13725855" y="797521"/>
                  </a:lnTo>
                  <a:lnTo>
                    <a:pt x="13731367" y="797521"/>
                  </a:lnTo>
                  <a:lnTo>
                    <a:pt x="14504099" y="4013"/>
                  </a:lnTo>
                  <a:close/>
                </a:path>
                <a:path w="16226155" h="797559">
                  <a:moveTo>
                    <a:pt x="14582356" y="4013"/>
                  </a:moveTo>
                  <a:lnTo>
                    <a:pt x="14577098" y="4013"/>
                  </a:lnTo>
                  <a:lnTo>
                    <a:pt x="14573085" y="127"/>
                  </a:lnTo>
                  <a:lnTo>
                    <a:pt x="13800481" y="793508"/>
                  </a:lnTo>
                  <a:lnTo>
                    <a:pt x="13800227" y="793508"/>
                  </a:lnTo>
                  <a:lnTo>
                    <a:pt x="13804354" y="797521"/>
                  </a:lnTo>
                  <a:lnTo>
                    <a:pt x="13809612" y="797521"/>
                  </a:lnTo>
                  <a:lnTo>
                    <a:pt x="14582356" y="4013"/>
                  </a:lnTo>
                  <a:close/>
                </a:path>
                <a:path w="16226155" h="797559">
                  <a:moveTo>
                    <a:pt x="14660601" y="4013"/>
                  </a:moveTo>
                  <a:lnTo>
                    <a:pt x="14655597" y="4013"/>
                  </a:lnTo>
                  <a:lnTo>
                    <a:pt x="14651723" y="254"/>
                  </a:lnTo>
                  <a:lnTo>
                    <a:pt x="13879233" y="793508"/>
                  </a:lnTo>
                  <a:lnTo>
                    <a:pt x="13878725" y="793508"/>
                  </a:lnTo>
                  <a:lnTo>
                    <a:pt x="13882853" y="797521"/>
                  </a:lnTo>
                  <a:lnTo>
                    <a:pt x="13887857" y="797521"/>
                  </a:lnTo>
                  <a:lnTo>
                    <a:pt x="14660601" y="4013"/>
                  </a:lnTo>
                  <a:close/>
                </a:path>
                <a:path w="16226155" h="797559">
                  <a:moveTo>
                    <a:pt x="14738846" y="4013"/>
                  </a:moveTo>
                  <a:lnTo>
                    <a:pt x="14734096" y="4013"/>
                  </a:lnTo>
                  <a:lnTo>
                    <a:pt x="14730349" y="381"/>
                  </a:lnTo>
                  <a:lnTo>
                    <a:pt x="13957973" y="793508"/>
                  </a:lnTo>
                  <a:lnTo>
                    <a:pt x="13957224" y="793508"/>
                  </a:lnTo>
                  <a:lnTo>
                    <a:pt x="13961351" y="797521"/>
                  </a:lnTo>
                  <a:lnTo>
                    <a:pt x="13966114" y="797521"/>
                  </a:lnTo>
                  <a:lnTo>
                    <a:pt x="14738846" y="4013"/>
                  </a:lnTo>
                  <a:close/>
                </a:path>
                <a:path w="16226155" h="797559">
                  <a:moveTo>
                    <a:pt x="14817090" y="4013"/>
                  </a:moveTo>
                  <a:lnTo>
                    <a:pt x="14812594" y="4013"/>
                  </a:lnTo>
                  <a:lnTo>
                    <a:pt x="14808975" y="508"/>
                  </a:lnTo>
                  <a:lnTo>
                    <a:pt x="14036726" y="793508"/>
                  </a:lnTo>
                  <a:lnTo>
                    <a:pt x="14035723" y="793508"/>
                  </a:lnTo>
                  <a:lnTo>
                    <a:pt x="14039850" y="797521"/>
                  </a:lnTo>
                  <a:lnTo>
                    <a:pt x="14044359" y="797521"/>
                  </a:lnTo>
                  <a:lnTo>
                    <a:pt x="14817090" y="4013"/>
                  </a:lnTo>
                  <a:close/>
                </a:path>
                <a:path w="16226155" h="797559">
                  <a:moveTo>
                    <a:pt x="14895348" y="4013"/>
                  </a:moveTo>
                  <a:lnTo>
                    <a:pt x="14891093" y="4013"/>
                  </a:lnTo>
                  <a:lnTo>
                    <a:pt x="14887601" y="622"/>
                  </a:lnTo>
                  <a:lnTo>
                    <a:pt x="14115479" y="793508"/>
                  </a:lnTo>
                  <a:lnTo>
                    <a:pt x="14114221" y="793508"/>
                  </a:lnTo>
                  <a:lnTo>
                    <a:pt x="14118349" y="797521"/>
                  </a:lnTo>
                  <a:lnTo>
                    <a:pt x="14122603" y="797521"/>
                  </a:lnTo>
                  <a:lnTo>
                    <a:pt x="14895348" y="4013"/>
                  </a:lnTo>
                  <a:close/>
                </a:path>
                <a:path w="16226155" h="797559">
                  <a:moveTo>
                    <a:pt x="14973592" y="4013"/>
                  </a:moveTo>
                  <a:lnTo>
                    <a:pt x="14969592" y="4013"/>
                  </a:lnTo>
                  <a:lnTo>
                    <a:pt x="14966226" y="749"/>
                  </a:lnTo>
                  <a:lnTo>
                    <a:pt x="14194219" y="793508"/>
                  </a:lnTo>
                  <a:lnTo>
                    <a:pt x="14192720" y="793508"/>
                  </a:lnTo>
                  <a:lnTo>
                    <a:pt x="14196848" y="797521"/>
                  </a:lnTo>
                  <a:lnTo>
                    <a:pt x="14200861" y="797521"/>
                  </a:lnTo>
                  <a:lnTo>
                    <a:pt x="14973592" y="4013"/>
                  </a:lnTo>
                  <a:close/>
                </a:path>
                <a:path w="16226155" h="797559">
                  <a:moveTo>
                    <a:pt x="15051837" y="4013"/>
                  </a:moveTo>
                  <a:lnTo>
                    <a:pt x="15048091" y="4013"/>
                  </a:lnTo>
                  <a:lnTo>
                    <a:pt x="15044852" y="876"/>
                  </a:lnTo>
                  <a:lnTo>
                    <a:pt x="14272971" y="793508"/>
                  </a:lnTo>
                  <a:lnTo>
                    <a:pt x="14271219" y="793508"/>
                  </a:lnTo>
                  <a:lnTo>
                    <a:pt x="14275346" y="797521"/>
                  </a:lnTo>
                  <a:lnTo>
                    <a:pt x="14279105" y="797521"/>
                  </a:lnTo>
                  <a:lnTo>
                    <a:pt x="15051837" y="4013"/>
                  </a:lnTo>
                  <a:close/>
                </a:path>
                <a:path w="16226155" h="797559">
                  <a:moveTo>
                    <a:pt x="15130094" y="4013"/>
                  </a:moveTo>
                  <a:lnTo>
                    <a:pt x="15126589" y="4013"/>
                  </a:lnTo>
                  <a:lnTo>
                    <a:pt x="15123478" y="1003"/>
                  </a:lnTo>
                  <a:lnTo>
                    <a:pt x="14351724" y="793508"/>
                  </a:lnTo>
                  <a:lnTo>
                    <a:pt x="14349717" y="793508"/>
                  </a:lnTo>
                  <a:lnTo>
                    <a:pt x="14353845" y="797521"/>
                  </a:lnTo>
                  <a:lnTo>
                    <a:pt x="14357350" y="797521"/>
                  </a:lnTo>
                  <a:lnTo>
                    <a:pt x="15130094" y="4013"/>
                  </a:lnTo>
                  <a:close/>
                </a:path>
                <a:path w="16226155" h="797559">
                  <a:moveTo>
                    <a:pt x="15208339" y="4013"/>
                  </a:moveTo>
                  <a:lnTo>
                    <a:pt x="15205088" y="4013"/>
                  </a:lnTo>
                  <a:lnTo>
                    <a:pt x="15202103" y="1130"/>
                  </a:lnTo>
                  <a:lnTo>
                    <a:pt x="14430477" y="793508"/>
                  </a:lnTo>
                  <a:lnTo>
                    <a:pt x="14428216" y="793508"/>
                  </a:lnTo>
                  <a:lnTo>
                    <a:pt x="14432356" y="797521"/>
                  </a:lnTo>
                  <a:lnTo>
                    <a:pt x="14435595" y="797521"/>
                  </a:lnTo>
                  <a:lnTo>
                    <a:pt x="15208339" y="4013"/>
                  </a:lnTo>
                  <a:close/>
                </a:path>
                <a:path w="16226155" h="797559">
                  <a:moveTo>
                    <a:pt x="15286584" y="4013"/>
                  </a:moveTo>
                  <a:lnTo>
                    <a:pt x="15283587" y="4013"/>
                  </a:lnTo>
                  <a:lnTo>
                    <a:pt x="15280742" y="1257"/>
                  </a:lnTo>
                  <a:lnTo>
                    <a:pt x="14509217" y="793508"/>
                  </a:lnTo>
                  <a:lnTo>
                    <a:pt x="14506715" y="793508"/>
                  </a:lnTo>
                  <a:lnTo>
                    <a:pt x="14510855" y="797521"/>
                  </a:lnTo>
                  <a:lnTo>
                    <a:pt x="14513852" y="797521"/>
                  </a:lnTo>
                  <a:lnTo>
                    <a:pt x="15286584" y="4013"/>
                  </a:lnTo>
                  <a:close/>
                </a:path>
                <a:path w="16226155" h="797559">
                  <a:moveTo>
                    <a:pt x="15364841" y="4013"/>
                  </a:moveTo>
                  <a:lnTo>
                    <a:pt x="15362085" y="4013"/>
                  </a:lnTo>
                  <a:lnTo>
                    <a:pt x="15359355" y="1371"/>
                  </a:lnTo>
                  <a:lnTo>
                    <a:pt x="14587969" y="793508"/>
                  </a:lnTo>
                  <a:lnTo>
                    <a:pt x="14585214" y="793508"/>
                  </a:lnTo>
                  <a:lnTo>
                    <a:pt x="14589354" y="797521"/>
                  </a:lnTo>
                  <a:lnTo>
                    <a:pt x="14592097" y="797521"/>
                  </a:lnTo>
                  <a:lnTo>
                    <a:pt x="15364841" y="4013"/>
                  </a:lnTo>
                  <a:close/>
                </a:path>
                <a:path w="16226155" h="797559">
                  <a:moveTo>
                    <a:pt x="15443086" y="4013"/>
                  </a:moveTo>
                  <a:lnTo>
                    <a:pt x="15440584" y="4013"/>
                  </a:lnTo>
                  <a:lnTo>
                    <a:pt x="15437993" y="1498"/>
                  </a:lnTo>
                  <a:lnTo>
                    <a:pt x="14666722" y="793508"/>
                  </a:lnTo>
                  <a:lnTo>
                    <a:pt x="14663712" y="793508"/>
                  </a:lnTo>
                  <a:lnTo>
                    <a:pt x="14667852" y="797521"/>
                  </a:lnTo>
                  <a:lnTo>
                    <a:pt x="14670342" y="797521"/>
                  </a:lnTo>
                  <a:lnTo>
                    <a:pt x="15443086" y="4013"/>
                  </a:lnTo>
                  <a:close/>
                </a:path>
                <a:path w="16226155" h="797559">
                  <a:moveTo>
                    <a:pt x="15521331" y="4013"/>
                  </a:moveTo>
                  <a:lnTo>
                    <a:pt x="15519083" y="4013"/>
                  </a:lnTo>
                  <a:lnTo>
                    <a:pt x="15516619" y="1625"/>
                  </a:lnTo>
                  <a:lnTo>
                    <a:pt x="14745462" y="793508"/>
                  </a:lnTo>
                  <a:lnTo>
                    <a:pt x="14742211" y="793508"/>
                  </a:lnTo>
                  <a:lnTo>
                    <a:pt x="14746351" y="797521"/>
                  </a:lnTo>
                  <a:lnTo>
                    <a:pt x="14748599" y="797521"/>
                  </a:lnTo>
                  <a:lnTo>
                    <a:pt x="15521331" y="4013"/>
                  </a:lnTo>
                  <a:close/>
                </a:path>
                <a:path w="16226155" h="797559">
                  <a:moveTo>
                    <a:pt x="15599575" y="4013"/>
                  </a:moveTo>
                  <a:lnTo>
                    <a:pt x="15597581" y="4013"/>
                  </a:lnTo>
                  <a:lnTo>
                    <a:pt x="15595245" y="1752"/>
                  </a:lnTo>
                  <a:lnTo>
                    <a:pt x="14824215" y="793508"/>
                  </a:lnTo>
                  <a:lnTo>
                    <a:pt x="14820710" y="793508"/>
                  </a:lnTo>
                  <a:lnTo>
                    <a:pt x="14824850" y="797521"/>
                  </a:lnTo>
                  <a:lnTo>
                    <a:pt x="14826844" y="797521"/>
                  </a:lnTo>
                  <a:lnTo>
                    <a:pt x="15599575" y="4013"/>
                  </a:lnTo>
                  <a:close/>
                </a:path>
                <a:path w="16226155" h="797559">
                  <a:moveTo>
                    <a:pt x="15677833" y="4013"/>
                  </a:moveTo>
                  <a:lnTo>
                    <a:pt x="15676080" y="4013"/>
                  </a:lnTo>
                  <a:lnTo>
                    <a:pt x="15673870" y="1879"/>
                  </a:lnTo>
                  <a:lnTo>
                    <a:pt x="14902968" y="793508"/>
                  </a:lnTo>
                  <a:lnTo>
                    <a:pt x="14899208" y="793508"/>
                  </a:lnTo>
                  <a:lnTo>
                    <a:pt x="14903349" y="797521"/>
                  </a:lnTo>
                  <a:lnTo>
                    <a:pt x="14905089" y="797521"/>
                  </a:lnTo>
                  <a:lnTo>
                    <a:pt x="15677833" y="4013"/>
                  </a:lnTo>
                  <a:close/>
                </a:path>
                <a:path w="16226155" h="797559">
                  <a:moveTo>
                    <a:pt x="15756077" y="4013"/>
                  </a:moveTo>
                  <a:lnTo>
                    <a:pt x="15754579" y="4013"/>
                  </a:lnTo>
                  <a:lnTo>
                    <a:pt x="15752496" y="2006"/>
                  </a:lnTo>
                  <a:lnTo>
                    <a:pt x="14981720" y="793508"/>
                  </a:lnTo>
                  <a:lnTo>
                    <a:pt x="14977720" y="793508"/>
                  </a:lnTo>
                  <a:lnTo>
                    <a:pt x="14981847" y="797521"/>
                  </a:lnTo>
                  <a:lnTo>
                    <a:pt x="14983346" y="797521"/>
                  </a:lnTo>
                  <a:lnTo>
                    <a:pt x="15756077" y="4013"/>
                  </a:lnTo>
                  <a:close/>
                </a:path>
                <a:path w="16226155" h="797559">
                  <a:moveTo>
                    <a:pt x="15834322" y="4013"/>
                  </a:moveTo>
                  <a:lnTo>
                    <a:pt x="15829280" y="4013"/>
                  </a:lnTo>
                  <a:lnTo>
                    <a:pt x="15056549" y="797521"/>
                  </a:lnTo>
                  <a:lnTo>
                    <a:pt x="15061591" y="797521"/>
                  </a:lnTo>
                  <a:lnTo>
                    <a:pt x="15834322" y="4013"/>
                  </a:lnTo>
                  <a:close/>
                </a:path>
                <a:path w="16226155" h="797559">
                  <a:moveTo>
                    <a:pt x="15912580" y="4013"/>
                  </a:moveTo>
                  <a:lnTo>
                    <a:pt x="15908033" y="4013"/>
                  </a:lnTo>
                  <a:lnTo>
                    <a:pt x="15135301" y="797521"/>
                  </a:lnTo>
                  <a:lnTo>
                    <a:pt x="15139835" y="797521"/>
                  </a:lnTo>
                  <a:lnTo>
                    <a:pt x="15912580" y="4013"/>
                  </a:lnTo>
                  <a:close/>
                </a:path>
                <a:path w="16226155" h="797559">
                  <a:moveTo>
                    <a:pt x="15990824" y="4013"/>
                  </a:moveTo>
                  <a:lnTo>
                    <a:pt x="15986786" y="4013"/>
                  </a:lnTo>
                  <a:lnTo>
                    <a:pt x="15214041" y="797521"/>
                  </a:lnTo>
                  <a:lnTo>
                    <a:pt x="15218093" y="797521"/>
                  </a:lnTo>
                  <a:lnTo>
                    <a:pt x="15990824" y="4013"/>
                  </a:lnTo>
                  <a:close/>
                </a:path>
                <a:path w="16226155" h="797559">
                  <a:moveTo>
                    <a:pt x="16069069" y="4013"/>
                  </a:moveTo>
                  <a:lnTo>
                    <a:pt x="16065538" y="4013"/>
                  </a:lnTo>
                  <a:lnTo>
                    <a:pt x="15292794" y="797521"/>
                  </a:lnTo>
                  <a:lnTo>
                    <a:pt x="15296337" y="797521"/>
                  </a:lnTo>
                  <a:lnTo>
                    <a:pt x="16069069" y="4013"/>
                  </a:lnTo>
                  <a:close/>
                </a:path>
                <a:path w="16226155" h="797559">
                  <a:moveTo>
                    <a:pt x="16147326" y="4013"/>
                  </a:moveTo>
                  <a:lnTo>
                    <a:pt x="16144278" y="4013"/>
                  </a:lnTo>
                  <a:lnTo>
                    <a:pt x="15371547" y="797521"/>
                  </a:lnTo>
                  <a:lnTo>
                    <a:pt x="15374582" y="797521"/>
                  </a:lnTo>
                  <a:lnTo>
                    <a:pt x="16147326" y="4013"/>
                  </a:lnTo>
                  <a:close/>
                </a:path>
                <a:path w="16226155" h="797559">
                  <a:moveTo>
                    <a:pt x="16225571" y="4013"/>
                  </a:moveTo>
                  <a:lnTo>
                    <a:pt x="16223031" y="4013"/>
                  </a:lnTo>
                  <a:lnTo>
                    <a:pt x="15450287" y="797521"/>
                  </a:lnTo>
                  <a:lnTo>
                    <a:pt x="15452840" y="797521"/>
                  </a:lnTo>
                  <a:lnTo>
                    <a:pt x="16225571" y="4013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223" y="2798063"/>
              <a:ext cx="17757647" cy="5714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19396" y="8451020"/>
            <a:ext cx="7520403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2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FFFF"/>
                </a:solidFill>
                <a:latin typeface="Arial"/>
                <a:cs typeface="Arial"/>
              </a:rPr>
              <a:t>LINE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DEFENSE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lang="en-IN" sz="1800" i="1" spc="-10" dirty="0">
                <a:solidFill>
                  <a:srgbClr val="FFFFFF"/>
                </a:solidFill>
                <a:latin typeface="Arial"/>
                <a:cs typeface="Arial"/>
              </a:rPr>
              <a:t/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800" i="1" spc="-10" dirty="0">
                <a:solidFill>
                  <a:srgbClr val="FFFFFF"/>
                </a:solidFill>
                <a:latin typeface="Arial"/>
                <a:cs typeface="Arial"/>
              </a:rPr>
              <a:t> by - BUVANESH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762314"/>
              <a:ext cx="7074712" cy="63955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09590"/>
              <a:ext cx="2586871" cy="387740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289806" y="2260726"/>
            <a:ext cx="1236980" cy="1236980"/>
            <a:chOff x="7289806" y="2260726"/>
            <a:chExt cx="1236980" cy="1236980"/>
          </a:xfrm>
        </p:grpSpPr>
        <p:sp>
          <p:nvSpPr>
            <p:cNvPr id="6" name="object 6"/>
            <p:cNvSpPr/>
            <p:nvPr/>
          </p:nvSpPr>
          <p:spPr>
            <a:xfrm>
              <a:off x="7289806" y="2260726"/>
              <a:ext cx="1236980" cy="1236980"/>
            </a:xfrm>
            <a:custGeom>
              <a:avLst/>
              <a:gdLst/>
              <a:ahLst/>
              <a:cxnLst/>
              <a:rect l="l" t="t" r="r" b="b"/>
              <a:pathLst>
                <a:path w="1236979" h="1236979">
                  <a:moveTo>
                    <a:pt x="618266" y="1236533"/>
                  </a:moveTo>
                  <a:lnTo>
                    <a:pt x="569949" y="1234673"/>
                  </a:lnTo>
                  <a:lnTo>
                    <a:pt x="522649" y="1229184"/>
                  </a:lnTo>
                  <a:lnTo>
                    <a:pt x="476504" y="1220204"/>
                  </a:lnTo>
                  <a:lnTo>
                    <a:pt x="431650" y="1207870"/>
                  </a:lnTo>
                  <a:lnTo>
                    <a:pt x="388226" y="1192320"/>
                  </a:lnTo>
                  <a:lnTo>
                    <a:pt x="346368" y="1173691"/>
                  </a:lnTo>
                  <a:lnTo>
                    <a:pt x="306215" y="1152121"/>
                  </a:lnTo>
                  <a:lnTo>
                    <a:pt x="267904" y="1127747"/>
                  </a:lnTo>
                  <a:lnTo>
                    <a:pt x="231572" y="1100707"/>
                  </a:lnTo>
                  <a:lnTo>
                    <a:pt x="197357" y="1071137"/>
                  </a:lnTo>
                  <a:lnTo>
                    <a:pt x="165396" y="1039176"/>
                  </a:lnTo>
                  <a:lnTo>
                    <a:pt x="135826" y="1004960"/>
                  </a:lnTo>
                  <a:lnTo>
                    <a:pt x="108785" y="968628"/>
                  </a:lnTo>
                  <a:lnTo>
                    <a:pt x="84411" y="930317"/>
                  </a:lnTo>
                  <a:lnTo>
                    <a:pt x="62841" y="890164"/>
                  </a:lnTo>
                  <a:lnTo>
                    <a:pt x="44212" y="848307"/>
                  </a:lnTo>
                  <a:lnTo>
                    <a:pt x="28662" y="804883"/>
                  </a:lnTo>
                  <a:lnTo>
                    <a:pt x="16328" y="760029"/>
                  </a:lnTo>
                  <a:lnTo>
                    <a:pt x="7348" y="713883"/>
                  </a:lnTo>
                  <a:lnTo>
                    <a:pt x="1860" y="666583"/>
                  </a:lnTo>
                  <a:lnTo>
                    <a:pt x="0" y="618266"/>
                  </a:lnTo>
                  <a:lnTo>
                    <a:pt x="1860" y="569949"/>
                  </a:lnTo>
                  <a:lnTo>
                    <a:pt x="7348" y="522649"/>
                  </a:lnTo>
                  <a:lnTo>
                    <a:pt x="16328" y="476503"/>
                  </a:lnTo>
                  <a:lnTo>
                    <a:pt x="28662" y="431650"/>
                  </a:lnTo>
                  <a:lnTo>
                    <a:pt x="44212" y="388225"/>
                  </a:lnTo>
                  <a:lnTo>
                    <a:pt x="62841" y="346368"/>
                  </a:lnTo>
                  <a:lnTo>
                    <a:pt x="84411" y="306215"/>
                  </a:lnTo>
                  <a:lnTo>
                    <a:pt x="108785" y="267904"/>
                  </a:lnTo>
                  <a:lnTo>
                    <a:pt x="135826" y="231572"/>
                  </a:lnTo>
                  <a:lnTo>
                    <a:pt x="165396" y="197357"/>
                  </a:lnTo>
                  <a:lnTo>
                    <a:pt x="197357" y="165395"/>
                  </a:lnTo>
                  <a:lnTo>
                    <a:pt x="231572" y="135826"/>
                  </a:lnTo>
                  <a:lnTo>
                    <a:pt x="267904" y="108785"/>
                  </a:lnTo>
                  <a:lnTo>
                    <a:pt x="306215" y="84411"/>
                  </a:lnTo>
                  <a:lnTo>
                    <a:pt x="346368" y="62841"/>
                  </a:lnTo>
                  <a:lnTo>
                    <a:pt x="388226" y="44212"/>
                  </a:lnTo>
                  <a:lnTo>
                    <a:pt x="431650" y="28662"/>
                  </a:lnTo>
                  <a:lnTo>
                    <a:pt x="476504" y="16328"/>
                  </a:lnTo>
                  <a:lnTo>
                    <a:pt x="522649" y="7348"/>
                  </a:lnTo>
                  <a:lnTo>
                    <a:pt x="569949" y="1860"/>
                  </a:lnTo>
                  <a:lnTo>
                    <a:pt x="618266" y="0"/>
                  </a:lnTo>
                  <a:lnTo>
                    <a:pt x="666584" y="1860"/>
                  </a:lnTo>
                  <a:lnTo>
                    <a:pt x="713884" y="7348"/>
                  </a:lnTo>
                  <a:lnTo>
                    <a:pt x="760029" y="16328"/>
                  </a:lnTo>
                  <a:lnTo>
                    <a:pt x="804883" y="28662"/>
                  </a:lnTo>
                  <a:lnTo>
                    <a:pt x="848307" y="44212"/>
                  </a:lnTo>
                  <a:lnTo>
                    <a:pt x="890164" y="62841"/>
                  </a:lnTo>
                  <a:lnTo>
                    <a:pt x="930317" y="84411"/>
                  </a:lnTo>
                  <a:lnTo>
                    <a:pt x="968628" y="108785"/>
                  </a:lnTo>
                  <a:lnTo>
                    <a:pt x="1004960" y="135826"/>
                  </a:lnTo>
                  <a:lnTo>
                    <a:pt x="1039176" y="165395"/>
                  </a:lnTo>
                  <a:lnTo>
                    <a:pt x="1071137" y="197357"/>
                  </a:lnTo>
                  <a:lnTo>
                    <a:pt x="1100706" y="231572"/>
                  </a:lnTo>
                  <a:lnTo>
                    <a:pt x="1127747" y="267904"/>
                  </a:lnTo>
                  <a:lnTo>
                    <a:pt x="1152121" y="306215"/>
                  </a:lnTo>
                  <a:lnTo>
                    <a:pt x="1173691" y="346368"/>
                  </a:lnTo>
                  <a:lnTo>
                    <a:pt x="1192320" y="388225"/>
                  </a:lnTo>
                  <a:lnTo>
                    <a:pt x="1207870" y="431650"/>
                  </a:lnTo>
                  <a:lnTo>
                    <a:pt x="1220204" y="476503"/>
                  </a:lnTo>
                  <a:lnTo>
                    <a:pt x="1229184" y="522649"/>
                  </a:lnTo>
                  <a:lnTo>
                    <a:pt x="1234673" y="569949"/>
                  </a:lnTo>
                  <a:lnTo>
                    <a:pt x="1236533" y="618266"/>
                  </a:lnTo>
                  <a:lnTo>
                    <a:pt x="1234673" y="666583"/>
                  </a:lnTo>
                  <a:lnTo>
                    <a:pt x="1229184" y="713883"/>
                  </a:lnTo>
                  <a:lnTo>
                    <a:pt x="1220204" y="760029"/>
                  </a:lnTo>
                  <a:lnTo>
                    <a:pt x="1207870" y="804883"/>
                  </a:lnTo>
                  <a:lnTo>
                    <a:pt x="1192320" y="848307"/>
                  </a:lnTo>
                  <a:lnTo>
                    <a:pt x="1173691" y="890164"/>
                  </a:lnTo>
                  <a:lnTo>
                    <a:pt x="1152121" y="930317"/>
                  </a:lnTo>
                  <a:lnTo>
                    <a:pt x="1127747" y="968628"/>
                  </a:lnTo>
                  <a:lnTo>
                    <a:pt x="1100706" y="1004960"/>
                  </a:lnTo>
                  <a:lnTo>
                    <a:pt x="1071137" y="1039176"/>
                  </a:lnTo>
                  <a:lnTo>
                    <a:pt x="1039176" y="1071137"/>
                  </a:lnTo>
                  <a:lnTo>
                    <a:pt x="1004960" y="1100707"/>
                  </a:lnTo>
                  <a:lnTo>
                    <a:pt x="968628" y="1127747"/>
                  </a:lnTo>
                  <a:lnTo>
                    <a:pt x="930317" y="1152121"/>
                  </a:lnTo>
                  <a:lnTo>
                    <a:pt x="890164" y="1173691"/>
                  </a:lnTo>
                  <a:lnTo>
                    <a:pt x="848307" y="1192320"/>
                  </a:lnTo>
                  <a:lnTo>
                    <a:pt x="804883" y="1207870"/>
                  </a:lnTo>
                  <a:lnTo>
                    <a:pt x="760029" y="1220204"/>
                  </a:lnTo>
                  <a:lnTo>
                    <a:pt x="713884" y="1229184"/>
                  </a:lnTo>
                  <a:lnTo>
                    <a:pt x="666584" y="1234673"/>
                  </a:lnTo>
                  <a:lnTo>
                    <a:pt x="618266" y="1236533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90307" y="2518790"/>
              <a:ext cx="636270" cy="720090"/>
            </a:xfrm>
            <a:custGeom>
              <a:avLst/>
              <a:gdLst/>
              <a:ahLst/>
              <a:cxnLst/>
              <a:rect l="l" t="t" r="r" b="b"/>
              <a:pathLst>
                <a:path w="636270" h="720089">
                  <a:moveTo>
                    <a:pt x="458431" y="343420"/>
                  </a:moveTo>
                  <a:lnTo>
                    <a:pt x="456679" y="334683"/>
                  </a:lnTo>
                  <a:lnTo>
                    <a:pt x="451866" y="327558"/>
                  </a:lnTo>
                  <a:lnTo>
                    <a:pt x="444741" y="322757"/>
                  </a:lnTo>
                  <a:lnTo>
                    <a:pt x="436003" y="320992"/>
                  </a:lnTo>
                  <a:lnTo>
                    <a:pt x="199669" y="320992"/>
                  </a:lnTo>
                  <a:lnTo>
                    <a:pt x="190944" y="322757"/>
                  </a:lnTo>
                  <a:lnTo>
                    <a:pt x="183819" y="327558"/>
                  </a:lnTo>
                  <a:lnTo>
                    <a:pt x="179006" y="334683"/>
                  </a:lnTo>
                  <a:lnTo>
                    <a:pt x="177241" y="343420"/>
                  </a:lnTo>
                  <a:lnTo>
                    <a:pt x="177241" y="508457"/>
                  </a:lnTo>
                  <a:lnTo>
                    <a:pt x="179006" y="517182"/>
                  </a:lnTo>
                  <a:lnTo>
                    <a:pt x="183819" y="524306"/>
                  </a:lnTo>
                  <a:lnTo>
                    <a:pt x="190944" y="529120"/>
                  </a:lnTo>
                  <a:lnTo>
                    <a:pt x="199669" y="530885"/>
                  </a:lnTo>
                  <a:lnTo>
                    <a:pt x="436003" y="530885"/>
                  </a:lnTo>
                  <a:lnTo>
                    <a:pt x="444741" y="529120"/>
                  </a:lnTo>
                  <a:lnTo>
                    <a:pt x="451866" y="524306"/>
                  </a:lnTo>
                  <a:lnTo>
                    <a:pt x="456679" y="517182"/>
                  </a:lnTo>
                  <a:lnTo>
                    <a:pt x="458431" y="508457"/>
                  </a:lnTo>
                  <a:lnTo>
                    <a:pt x="458431" y="343420"/>
                  </a:lnTo>
                  <a:close/>
                </a:path>
                <a:path w="636270" h="720089">
                  <a:moveTo>
                    <a:pt x="635685" y="402005"/>
                  </a:moveTo>
                  <a:lnTo>
                    <a:pt x="635673" y="89395"/>
                  </a:lnTo>
                  <a:lnTo>
                    <a:pt x="590829" y="56692"/>
                  </a:lnTo>
                  <a:lnTo>
                    <a:pt x="590829" y="108623"/>
                  </a:lnTo>
                  <a:lnTo>
                    <a:pt x="590829" y="402005"/>
                  </a:lnTo>
                  <a:lnTo>
                    <a:pt x="586435" y="451065"/>
                  </a:lnTo>
                  <a:lnTo>
                    <a:pt x="573747" y="497255"/>
                  </a:lnTo>
                  <a:lnTo>
                    <a:pt x="553554" y="539788"/>
                  </a:lnTo>
                  <a:lnTo>
                    <a:pt x="526630" y="577888"/>
                  </a:lnTo>
                  <a:lnTo>
                    <a:pt x="493725" y="610781"/>
                  </a:lnTo>
                  <a:lnTo>
                    <a:pt x="455625" y="637717"/>
                  </a:lnTo>
                  <a:lnTo>
                    <a:pt x="413092" y="657910"/>
                  </a:lnTo>
                  <a:lnTo>
                    <a:pt x="366915" y="670585"/>
                  </a:lnTo>
                  <a:lnTo>
                    <a:pt x="317842" y="674992"/>
                  </a:lnTo>
                  <a:lnTo>
                    <a:pt x="268770" y="670585"/>
                  </a:lnTo>
                  <a:lnTo>
                    <a:pt x="222580" y="657910"/>
                  </a:lnTo>
                  <a:lnTo>
                    <a:pt x="180060" y="637717"/>
                  </a:lnTo>
                  <a:lnTo>
                    <a:pt x="141960" y="610781"/>
                  </a:lnTo>
                  <a:lnTo>
                    <a:pt x="109054" y="577888"/>
                  </a:lnTo>
                  <a:lnTo>
                    <a:pt x="82118" y="539788"/>
                  </a:lnTo>
                  <a:lnTo>
                    <a:pt x="61925" y="497255"/>
                  </a:lnTo>
                  <a:lnTo>
                    <a:pt x="49250" y="451065"/>
                  </a:lnTo>
                  <a:lnTo>
                    <a:pt x="44856" y="402005"/>
                  </a:lnTo>
                  <a:lnTo>
                    <a:pt x="44970" y="108623"/>
                  </a:lnTo>
                  <a:lnTo>
                    <a:pt x="90449" y="83312"/>
                  </a:lnTo>
                  <a:lnTo>
                    <a:pt x="136017" y="65722"/>
                  </a:lnTo>
                  <a:lnTo>
                    <a:pt x="181559" y="54508"/>
                  </a:lnTo>
                  <a:lnTo>
                    <a:pt x="227050" y="48234"/>
                  </a:lnTo>
                  <a:lnTo>
                    <a:pt x="274053" y="45402"/>
                  </a:lnTo>
                  <a:lnTo>
                    <a:pt x="279234" y="45402"/>
                  </a:lnTo>
                  <a:lnTo>
                    <a:pt x="317868" y="44856"/>
                  </a:lnTo>
                  <a:lnTo>
                    <a:pt x="363448" y="45402"/>
                  </a:lnTo>
                  <a:lnTo>
                    <a:pt x="409003" y="48082"/>
                  </a:lnTo>
                  <a:lnTo>
                    <a:pt x="454533" y="54317"/>
                  </a:lnTo>
                  <a:lnTo>
                    <a:pt x="500024" y="65544"/>
                  </a:lnTo>
                  <a:lnTo>
                    <a:pt x="545452" y="83172"/>
                  </a:lnTo>
                  <a:lnTo>
                    <a:pt x="590829" y="108623"/>
                  </a:lnTo>
                  <a:lnTo>
                    <a:pt x="590829" y="56692"/>
                  </a:lnTo>
                  <a:lnTo>
                    <a:pt x="582193" y="51371"/>
                  </a:lnTo>
                  <a:lnTo>
                    <a:pt x="567880" y="44856"/>
                  </a:lnTo>
                  <a:lnTo>
                    <a:pt x="538213" y="31343"/>
                  </a:lnTo>
                  <a:lnTo>
                    <a:pt x="494220" y="17284"/>
                  </a:lnTo>
                  <a:lnTo>
                    <a:pt x="450176" y="8140"/>
                  </a:lnTo>
                  <a:lnTo>
                    <a:pt x="406107" y="2895"/>
                  </a:lnTo>
                  <a:lnTo>
                    <a:pt x="361988" y="533"/>
                  </a:lnTo>
                  <a:lnTo>
                    <a:pt x="317804" y="0"/>
                  </a:lnTo>
                  <a:lnTo>
                    <a:pt x="280403" y="533"/>
                  </a:lnTo>
                  <a:lnTo>
                    <a:pt x="275539" y="533"/>
                  </a:lnTo>
                  <a:lnTo>
                    <a:pt x="229920" y="3048"/>
                  </a:lnTo>
                  <a:lnTo>
                    <a:pt x="185940" y="8318"/>
                  </a:lnTo>
                  <a:lnTo>
                    <a:pt x="141922" y="17449"/>
                  </a:lnTo>
                  <a:lnTo>
                    <a:pt x="97866" y="31470"/>
                  </a:lnTo>
                  <a:lnTo>
                    <a:pt x="53886" y="51371"/>
                  </a:lnTo>
                  <a:lnTo>
                    <a:pt x="9613" y="78333"/>
                  </a:lnTo>
                  <a:lnTo>
                    <a:pt x="0" y="89395"/>
                  </a:lnTo>
                  <a:lnTo>
                    <a:pt x="0" y="402005"/>
                  </a:lnTo>
                  <a:lnTo>
                    <a:pt x="3441" y="448970"/>
                  </a:lnTo>
                  <a:lnTo>
                    <a:pt x="13449" y="493788"/>
                  </a:lnTo>
                  <a:lnTo>
                    <a:pt x="29540" y="535990"/>
                  </a:lnTo>
                  <a:lnTo>
                    <a:pt x="51206" y="575068"/>
                  </a:lnTo>
                  <a:lnTo>
                    <a:pt x="77965" y="610527"/>
                  </a:lnTo>
                  <a:lnTo>
                    <a:pt x="109308" y="641870"/>
                  </a:lnTo>
                  <a:lnTo>
                    <a:pt x="144767" y="668629"/>
                  </a:lnTo>
                  <a:lnTo>
                    <a:pt x="183845" y="690295"/>
                  </a:lnTo>
                  <a:lnTo>
                    <a:pt x="226047" y="706386"/>
                  </a:lnTo>
                  <a:lnTo>
                    <a:pt x="270878" y="716394"/>
                  </a:lnTo>
                  <a:lnTo>
                    <a:pt x="317842" y="719836"/>
                  </a:lnTo>
                  <a:lnTo>
                    <a:pt x="364807" y="716394"/>
                  </a:lnTo>
                  <a:lnTo>
                    <a:pt x="409638" y="706386"/>
                  </a:lnTo>
                  <a:lnTo>
                    <a:pt x="451840" y="690295"/>
                  </a:lnTo>
                  <a:lnTo>
                    <a:pt x="490918" y="668629"/>
                  </a:lnTo>
                  <a:lnTo>
                    <a:pt x="526376" y="641870"/>
                  </a:lnTo>
                  <a:lnTo>
                    <a:pt x="557720" y="610527"/>
                  </a:lnTo>
                  <a:lnTo>
                    <a:pt x="584479" y="575068"/>
                  </a:lnTo>
                  <a:lnTo>
                    <a:pt x="606145" y="535990"/>
                  </a:lnTo>
                  <a:lnTo>
                    <a:pt x="622236" y="493788"/>
                  </a:lnTo>
                  <a:lnTo>
                    <a:pt x="632244" y="448970"/>
                  </a:lnTo>
                  <a:lnTo>
                    <a:pt x="635685" y="4020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7102" y="2707753"/>
              <a:ext cx="222106" cy="17688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5933076" y="7157483"/>
            <a:ext cx="9723755" cy="2101215"/>
          </a:xfrm>
          <a:custGeom>
            <a:avLst/>
            <a:gdLst/>
            <a:ahLst/>
            <a:cxnLst/>
            <a:rect l="l" t="t" r="r" b="b"/>
            <a:pathLst>
              <a:path w="9723755" h="2101215">
                <a:moveTo>
                  <a:pt x="238112" y="0"/>
                </a:moveTo>
                <a:lnTo>
                  <a:pt x="9485183" y="0"/>
                </a:lnTo>
                <a:lnTo>
                  <a:pt x="9531854" y="4617"/>
                </a:lnTo>
                <a:lnTo>
                  <a:pt x="9576305" y="18124"/>
                </a:lnTo>
                <a:lnTo>
                  <a:pt x="9617289" y="40005"/>
                </a:lnTo>
                <a:lnTo>
                  <a:pt x="9653555" y="69741"/>
                </a:lnTo>
                <a:lnTo>
                  <a:pt x="9683290" y="106007"/>
                </a:lnTo>
                <a:lnTo>
                  <a:pt x="9705171" y="146990"/>
                </a:lnTo>
                <a:lnTo>
                  <a:pt x="9718678" y="191442"/>
                </a:lnTo>
                <a:lnTo>
                  <a:pt x="9723296" y="238112"/>
                </a:lnTo>
                <a:lnTo>
                  <a:pt x="9723296" y="1862595"/>
                </a:lnTo>
                <a:lnTo>
                  <a:pt x="9718679" y="1909266"/>
                </a:lnTo>
                <a:lnTo>
                  <a:pt x="9705171" y="1953717"/>
                </a:lnTo>
                <a:lnTo>
                  <a:pt x="9683291" y="1994701"/>
                </a:lnTo>
                <a:lnTo>
                  <a:pt x="9653555" y="2030967"/>
                </a:lnTo>
                <a:lnTo>
                  <a:pt x="9617289" y="2060703"/>
                </a:lnTo>
                <a:lnTo>
                  <a:pt x="9576305" y="2082583"/>
                </a:lnTo>
                <a:lnTo>
                  <a:pt x="9531854" y="2096091"/>
                </a:lnTo>
                <a:lnTo>
                  <a:pt x="9485183" y="2100708"/>
                </a:lnTo>
                <a:lnTo>
                  <a:pt x="238112" y="2100708"/>
                </a:lnTo>
                <a:lnTo>
                  <a:pt x="191442" y="2096091"/>
                </a:lnTo>
                <a:lnTo>
                  <a:pt x="146990" y="2082583"/>
                </a:lnTo>
                <a:lnTo>
                  <a:pt x="106007" y="2060702"/>
                </a:lnTo>
                <a:lnTo>
                  <a:pt x="69741" y="2030967"/>
                </a:lnTo>
                <a:lnTo>
                  <a:pt x="40005" y="1994701"/>
                </a:lnTo>
                <a:lnTo>
                  <a:pt x="18125" y="1953717"/>
                </a:lnTo>
                <a:lnTo>
                  <a:pt x="4617" y="1909266"/>
                </a:lnTo>
                <a:lnTo>
                  <a:pt x="0" y="1862595"/>
                </a:lnTo>
                <a:lnTo>
                  <a:pt x="0" y="238112"/>
                </a:lnTo>
                <a:lnTo>
                  <a:pt x="4617" y="191442"/>
                </a:lnTo>
                <a:lnTo>
                  <a:pt x="18125" y="146990"/>
                </a:lnTo>
                <a:lnTo>
                  <a:pt x="40005" y="106007"/>
                </a:lnTo>
                <a:lnTo>
                  <a:pt x="69741" y="69741"/>
                </a:lnTo>
                <a:lnTo>
                  <a:pt x="106007" y="40005"/>
                </a:lnTo>
                <a:lnTo>
                  <a:pt x="146990" y="18125"/>
                </a:lnTo>
                <a:lnTo>
                  <a:pt x="191442" y="4617"/>
                </a:lnTo>
                <a:lnTo>
                  <a:pt x="238112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330410" y="8329410"/>
            <a:ext cx="929005" cy="929005"/>
          </a:xfrm>
          <a:custGeom>
            <a:avLst/>
            <a:gdLst/>
            <a:ahLst/>
            <a:cxnLst/>
            <a:rect l="l" t="t" r="r" b="b"/>
            <a:pathLst>
              <a:path w="929005" h="929004">
                <a:moveTo>
                  <a:pt x="464418" y="928836"/>
                </a:moveTo>
                <a:lnTo>
                  <a:pt x="511859" y="926435"/>
                </a:lnTo>
                <a:lnTo>
                  <a:pt x="557939" y="919390"/>
                </a:lnTo>
                <a:lnTo>
                  <a:pt x="602425" y="907934"/>
                </a:lnTo>
                <a:lnTo>
                  <a:pt x="645080" y="892303"/>
                </a:lnTo>
                <a:lnTo>
                  <a:pt x="685672" y="872731"/>
                </a:lnTo>
                <a:lnTo>
                  <a:pt x="723964" y="849452"/>
                </a:lnTo>
                <a:lnTo>
                  <a:pt x="759723" y="822701"/>
                </a:lnTo>
                <a:lnTo>
                  <a:pt x="792713" y="792713"/>
                </a:lnTo>
                <a:lnTo>
                  <a:pt x="822701" y="759723"/>
                </a:lnTo>
                <a:lnTo>
                  <a:pt x="849452" y="723964"/>
                </a:lnTo>
                <a:lnTo>
                  <a:pt x="872731" y="685672"/>
                </a:lnTo>
                <a:lnTo>
                  <a:pt x="892303" y="645080"/>
                </a:lnTo>
                <a:lnTo>
                  <a:pt x="907934" y="602425"/>
                </a:lnTo>
                <a:lnTo>
                  <a:pt x="919390" y="557939"/>
                </a:lnTo>
                <a:lnTo>
                  <a:pt x="926435" y="511859"/>
                </a:lnTo>
                <a:lnTo>
                  <a:pt x="928836" y="464418"/>
                </a:lnTo>
                <a:lnTo>
                  <a:pt x="926435" y="416976"/>
                </a:lnTo>
                <a:lnTo>
                  <a:pt x="919390" y="370896"/>
                </a:lnTo>
                <a:lnTo>
                  <a:pt x="907934" y="326411"/>
                </a:lnTo>
                <a:lnTo>
                  <a:pt x="892303" y="283755"/>
                </a:lnTo>
                <a:lnTo>
                  <a:pt x="872731" y="243164"/>
                </a:lnTo>
                <a:lnTo>
                  <a:pt x="849452" y="204871"/>
                </a:lnTo>
                <a:lnTo>
                  <a:pt x="822701" y="169113"/>
                </a:lnTo>
                <a:lnTo>
                  <a:pt x="792713" y="136122"/>
                </a:lnTo>
                <a:lnTo>
                  <a:pt x="759723" y="106134"/>
                </a:lnTo>
                <a:lnTo>
                  <a:pt x="723964" y="79383"/>
                </a:lnTo>
                <a:lnTo>
                  <a:pt x="685672" y="56105"/>
                </a:lnTo>
                <a:lnTo>
                  <a:pt x="645080" y="36532"/>
                </a:lnTo>
                <a:lnTo>
                  <a:pt x="602425" y="20901"/>
                </a:lnTo>
                <a:lnTo>
                  <a:pt x="557939" y="9446"/>
                </a:lnTo>
                <a:lnTo>
                  <a:pt x="511859" y="2400"/>
                </a:lnTo>
                <a:lnTo>
                  <a:pt x="464418" y="0"/>
                </a:lnTo>
                <a:lnTo>
                  <a:pt x="416976" y="2400"/>
                </a:lnTo>
                <a:lnTo>
                  <a:pt x="370896" y="9446"/>
                </a:lnTo>
                <a:lnTo>
                  <a:pt x="326411" y="20901"/>
                </a:lnTo>
                <a:lnTo>
                  <a:pt x="283755" y="36532"/>
                </a:lnTo>
                <a:lnTo>
                  <a:pt x="243164" y="56105"/>
                </a:lnTo>
                <a:lnTo>
                  <a:pt x="204871" y="79383"/>
                </a:lnTo>
                <a:lnTo>
                  <a:pt x="169113" y="106134"/>
                </a:lnTo>
                <a:lnTo>
                  <a:pt x="136122" y="136122"/>
                </a:lnTo>
                <a:lnTo>
                  <a:pt x="106134" y="169113"/>
                </a:lnTo>
                <a:lnTo>
                  <a:pt x="79383" y="204871"/>
                </a:lnTo>
                <a:lnTo>
                  <a:pt x="62278" y="233009"/>
                </a:lnTo>
                <a:lnTo>
                  <a:pt x="381143" y="233009"/>
                </a:lnTo>
                <a:lnTo>
                  <a:pt x="387048" y="234761"/>
                </a:lnTo>
                <a:lnTo>
                  <a:pt x="392353" y="238614"/>
                </a:lnTo>
                <a:lnTo>
                  <a:pt x="549294" y="427584"/>
                </a:lnTo>
                <a:lnTo>
                  <a:pt x="559203" y="444700"/>
                </a:lnTo>
                <a:lnTo>
                  <a:pt x="562506" y="463617"/>
                </a:lnTo>
                <a:lnTo>
                  <a:pt x="559203" y="482534"/>
                </a:lnTo>
                <a:lnTo>
                  <a:pt x="549294" y="499649"/>
                </a:lnTo>
                <a:lnTo>
                  <a:pt x="393954" y="688620"/>
                </a:lnTo>
                <a:lnTo>
                  <a:pt x="390751" y="693424"/>
                </a:lnTo>
                <a:lnTo>
                  <a:pt x="385947" y="695025"/>
                </a:lnTo>
                <a:lnTo>
                  <a:pt x="61791" y="695025"/>
                </a:lnTo>
                <a:lnTo>
                  <a:pt x="79383" y="723964"/>
                </a:lnTo>
                <a:lnTo>
                  <a:pt x="106134" y="759723"/>
                </a:lnTo>
                <a:lnTo>
                  <a:pt x="136122" y="792713"/>
                </a:lnTo>
                <a:lnTo>
                  <a:pt x="169113" y="822701"/>
                </a:lnTo>
                <a:lnTo>
                  <a:pt x="204871" y="849452"/>
                </a:lnTo>
                <a:lnTo>
                  <a:pt x="243164" y="872731"/>
                </a:lnTo>
                <a:lnTo>
                  <a:pt x="283755" y="892303"/>
                </a:lnTo>
                <a:lnTo>
                  <a:pt x="326411" y="907934"/>
                </a:lnTo>
                <a:lnTo>
                  <a:pt x="370896" y="919390"/>
                </a:lnTo>
                <a:lnTo>
                  <a:pt x="416976" y="926435"/>
                </a:lnTo>
                <a:lnTo>
                  <a:pt x="464418" y="928836"/>
                </a:lnTo>
                <a:close/>
              </a:path>
              <a:path w="929005" h="929004">
                <a:moveTo>
                  <a:pt x="61791" y="695025"/>
                </a:moveTo>
                <a:lnTo>
                  <a:pt x="374737" y="695025"/>
                </a:lnTo>
                <a:lnTo>
                  <a:pt x="371534" y="691822"/>
                </a:lnTo>
                <a:lnTo>
                  <a:pt x="367681" y="687193"/>
                </a:lnTo>
                <a:lnTo>
                  <a:pt x="365929" y="681213"/>
                </a:lnTo>
                <a:lnTo>
                  <a:pt x="366580" y="674932"/>
                </a:lnTo>
                <a:lnTo>
                  <a:pt x="369933" y="669402"/>
                </a:lnTo>
                <a:lnTo>
                  <a:pt x="525272" y="480432"/>
                </a:lnTo>
                <a:lnTo>
                  <a:pt x="529776" y="472725"/>
                </a:lnTo>
                <a:lnTo>
                  <a:pt x="531278" y="464418"/>
                </a:lnTo>
                <a:lnTo>
                  <a:pt x="529776" y="456110"/>
                </a:lnTo>
                <a:lnTo>
                  <a:pt x="525272" y="448403"/>
                </a:lnTo>
                <a:lnTo>
                  <a:pt x="368331" y="259433"/>
                </a:lnTo>
                <a:lnTo>
                  <a:pt x="364978" y="254128"/>
                </a:lnTo>
                <a:lnTo>
                  <a:pt x="381143" y="233009"/>
                </a:lnTo>
                <a:lnTo>
                  <a:pt x="62278" y="233009"/>
                </a:lnTo>
                <a:lnTo>
                  <a:pt x="36532" y="283755"/>
                </a:lnTo>
                <a:lnTo>
                  <a:pt x="20901" y="326411"/>
                </a:lnTo>
                <a:lnTo>
                  <a:pt x="9446" y="370896"/>
                </a:lnTo>
                <a:lnTo>
                  <a:pt x="2400" y="416976"/>
                </a:lnTo>
                <a:lnTo>
                  <a:pt x="40" y="463617"/>
                </a:lnTo>
                <a:lnTo>
                  <a:pt x="0" y="464418"/>
                </a:lnTo>
                <a:lnTo>
                  <a:pt x="2400" y="511859"/>
                </a:lnTo>
                <a:lnTo>
                  <a:pt x="9446" y="557939"/>
                </a:lnTo>
                <a:lnTo>
                  <a:pt x="20901" y="602425"/>
                </a:lnTo>
                <a:lnTo>
                  <a:pt x="36532" y="645080"/>
                </a:lnTo>
                <a:lnTo>
                  <a:pt x="56105" y="685672"/>
                </a:lnTo>
                <a:lnTo>
                  <a:pt x="61791" y="695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14488" y="1359408"/>
            <a:ext cx="10573511" cy="41849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131300" y="5127509"/>
            <a:ext cx="6517640" cy="1281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WHY</a:t>
            </a:r>
            <a:r>
              <a:rPr sz="1800" i="1" spc="-8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30" dirty="0">
                <a:solidFill>
                  <a:srgbClr val="FF3131"/>
                </a:solidFill>
                <a:latin typeface="Arial"/>
                <a:cs typeface="Arial"/>
              </a:rPr>
              <a:t>CYBERSECURITY</a:t>
            </a:r>
            <a:r>
              <a:rPr sz="1800" i="1" spc="-8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MATTERS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88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today’s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age,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protecting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information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crucial.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Cyber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threats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evolve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constantly,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requiring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individuals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organizations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stay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vigilant</a:t>
            </a:r>
            <a:r>
              <a:rPr sz="1400" spc="5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proactive.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90713" y="7662169"/>
            <a:ext cx="68116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Cybersecurity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117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 encompasses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protecting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networks,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systems, and 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unauthorized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access,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ensuring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confidentiality,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integrity,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availability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ever-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expanding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digital world.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3059895" y="5670249"/>
              <a:ext cx="929005" cy="929005"/>
            </a:xfrm>
            <a:custGeom>
              <a:avLst/>
              <a:gdLst/>
              <a:ahLst/>
              <a:cxnLst/>
              <a:rect l="l" t="t" r="r" b="b"/>
              <a:pathLst>
                <a:path w="929005" h="929004">
                  <a:moveTo>
                    <a:pt x="464418" y="928836"/>
                  </a:moveTo>
                  <a:lnTo>
                    <a:pt x="511859" y="926435"/>
                  </a:lnTo>
                  <a:lnTo>
                    <a:pt x="557939" y="919390"/>
                  </a:lnTo>
                  <a:lnTo>
                    <a:pt x="602425" y="907934"/>
                  </a:lnTo>
                  <a:lnTo>
                    <a:pt x="645080" y="892303"/>
                  </a:lnTo>
                  <a:lnTo>
                    <a:pt x="685672" y="872731"/>
                  </a:lnTo>
                  <a:lnTo>
                    <a:pt x="723964" y="849452"/>
                  </a:lnTo>
                  <a:lnTo>
                    <a:pt x="759723" y="822701"/>
                  </a:lnTo>
                  <a:lnTo>
                    <a:pt x="792713" y="792713"/>
                  </a:lnTo>
                  <a:lnTo>
                    <a:pt x="822701" y="759723"/>
                  </a:lnTo>
                  <a:lnTo>
                    <a:pt x="849452" y="723964"/>
                  </a:lnTo>
                  <a:lnTo>
                    <a:pt x="872731" y="685672"/>
                  </a:lnTo>
                  <a:lnTo>
                    <a:pt x="892303" y="645080"/>
                  </a:lnTo>
                  <a:lnTo>
                    <a:pt x="907934" y="602425"/>
                  </a:lnTo>
                  <a:lnTo>
                    <a:pt x="919390" y="557939"/>
                  </a:lnTo>
                  <a:lnTo>
                    <a:pt x="926435" y="511859"/>
                  </a:lnTo>
                  <a:lnTo>
                    <a:pt x="928836" y="464418"/>
                  </a:lnTo>
                  <a:lnTo>
                    <a:pt x="926435" y="416976"/>
                  </a:lnTo>
                  <a:lnTo>
                    <a:pt x="919390" y="370896"/>
                  </a:lnTo>
                  <a:lnTo>
                    <a:pt x="907934" y="326411"/>
                  </a:lnTo>
                  <a:lnTo>
                    <a:pt x="892303" y="283755"/>
                  </a:lnTo>
                  <a:lnTo>
                    <a:pt x="872731" y="243164"/>
                  </a:lnTo>
                  <a:lnTo>
                    <a:pt x="849452" y="204871"/>
                  </a:lnTo>
                  <a:lnTo>
                    <a:pt x="822701" y="169113"/>
                  </a:lnTo>
                  <a:lnTo>
                    <a:pt x="792713" y="136122"/>
                  </a:lnTo>
                  <a:lnTo>
                    <a:pt x="759723" y="106134"/>
                  </a:lnTo>
                  <a:lnTo>
                    <a:pt x="723964" y="79383"/>
                  </a:lnTo>
                  <a:lnTo>
                    <a:pt x="685672" y="56105"/>
                  </a:lnTo>
                  <a:lnTo>
                    <a:pt x="645080" y="36532"/>
                  </a:lnTo>
                  <a:lnTo>
                    <a:pt x="602425" y="20901"/>
                  </a:lnTo>
                  <a:lnTo>
                    <a:pt x="557939" y="9446"/>
                  </a:lnTo>
                  <a:lnTo>
                    <a:pt x="511859" y="2400"/>
                  </a:lnTo>
                  <a:lnTo>
                    <a:pt x="464418" y="0"/>
                  </a:lnTo>
                  <a:lnTo>
                    <a:pt x="416976" y="2400"/>
                  </a:lnTo>
                  <a:lnTo>
                    <a:pt x="370896" y="9446"/>
                  </a:lnTo>
                  <a:lnTo>
                    <a:pt x="326411" y="20901"/>
                  </a:lnTo>
                  <a:lnTo>
                    <a:pt x="283755" y="36532"/>
                  </a:lnTo>
                  <a:lnTo>
                    <a:pt x="243164" y="56105"/>
                  </a:lnTo>
                  <a:lnTo>
                    <a:pt x="204871" y="79383"/>
                  </a:lnTo>
                  <a:lnTo>
                    <a:pt x="169113" y="106134"/>
                  </a:lnTo>
                  <a:lnTo>
                    <a:pt x="136122" y="136122"/>
                  </a:lnTo>
                  <a:lnTo>
                    <a:pt x="106134" y="169113"/>
                  </a:lnTo>
                  <a:lnTo>
                    <a:pt x="79383" y="204871"/>
                  </a:lnTo>
                  <a:lnTo>
                    <a:pt x="62278" y="233009"/>
                  </a:lnTo>
                  <a:lnTo>
                    <a:pt x="381143" y="233009"/>
                  </a:lnTo>
                  <a:lnTo>
                    <a:pt x="387048" y="234761"/>
                  </a:lnTo>
                  <a:lnTo>
                    <a:pt x="392353" y="238614"/>
                  </a:lnTo>
                  <a:lnTo>
                    <a:pt x="549294" y="427584"/>
                  </a:lnTo>
                  <a:lnTo>
                    <a:pt x="559203" y="444700"/>
                  </a:lnTo>
                  <a:lnTo>
                    <a:pt x="562506" y="463617"/>
                  </a:lnTo>
                  <a:lnTo>
                    <a:pt x="559203" y="482534"/>
                  </a:lnTo>
                  <a:lnTo>
                    <a:pt x="549294" y="499649"/>
                  </a:lnTo>
                  <a:lnTo>
                    <a:pt x="393954" y="688620"/>
                  </a:lnTo>
                  <a:lnTo>
                    <a:pt x="390751" y="693424"/>
                  </a:lnTo>
                  <a:lnTo>
                    <a:pt x="385947" y="695025"/>
                  </a:lnTo>
                  <a:lnTo>
                    <a:pt x="61791" y="695025"/>
                  </a:lnTo>
                  <a:lnTo>
                    <a:pt x="79383" y="723964"/>
                  </a:lnTo>
                  <a:lnTo>
                    <a:pt x="106134" y="759723"/>
                  </a:lnTo>
                  <a:lnTo>
                    <a:pt x="136122" y="792713"/>
                  </a:lnTo>
                  <a:lnTo>
                    <a:pt x="169113" y="822701"/>
                  </a:lnTo>
                  <a:lnTo>
                    <a:pt x="204871" y="849452"/>
                  </a:lnTo>
                  <a:lnTo>
                    <a:pt x="243164" y="872731"/>
                  </a:lnTo>
                  <a:lnTo>
                    <a:pt x="283755" y="892303"/>
                  </a:lnTo>
                  <a:lnTo>
                    <a:pt x="326411" y="907934"/>
                  </a:lnTo>
                  <a:lnTo>
                    <a:pt x="370896" y="919390"/>
                  </a:lnTo>
                  <a:lnTo>
                    <a:pt x="416976" y="926435"/>
                  </a:lnTo>
                  <a:lnTo>
                    <a:pt x="464418" y="928836"/>
                  </a:lnTo>
                  <a:close/>
                </a:path>
                <a:path w="929005" h="929004">
                  <a:moveTo>
                    <a:pt x="61791" y="695025"/>
                  </a:moveTo>
                  <a:lnTo>
                    <a:pt x="374737" y="695025"/>
                  </a:lnTo>
                  <a:lnTo>
                    <a:pt x="371534" y="691822"/>
                  </a:lnTo>
                  <a:lnTo>
                    <a:pt x="367681" y="687193"/>
                  </a:lnTo>
                  <a:lnTo>
                    <a:pt x="365929" y="681213"/>
                  </a:lnTo>
                  <a:lnTo>
                    <a:pt x="366580" y="674932"/>
                  </a:lnTo>
                  <a:lnTo>
                    <a:pt x="369933" y="669402"/>
                  </a:lnTo>
                  <a:lnTo>
                    <a:pt x="525272" y="480432"/>
                  </a:lnTo>
                  <a:lnTo>
                    <a:pt x="529776" y="472725"/>
                  </a:lnTo>
                  <a:lnTo>
                    <a:pt x="531278" y="464418"/>
                  </a:lnTo>
                  <a:lnTo>
                    <a:pt x="529776" y="456110"/>
                  </a:lnTo>
                  <a:lnTo>
                    <a:pt x="525272" y="448403"/>
                  </a:lnTo>
                  <a:lnTo>
                    <a:pt x="368331" y="259433"/>
                  </a:lnTo>
                  <a:lnTo>
                    <a:pt x="364978" y="254128"/>
                  </a:lnTo>
                  <a:lnTo>
                    <a:pt x="381143" y="233009"/>
                  </a:lnTo>
                  <a:lnTo>
                    <a:pt x="62278" y="233009"/>
                  </a:lnTo>
                  <a:lnTo>
                    <a:pt x="36532" y="283755"/>
                  </a:lnTo>
                  <a:lnTo>
                    <a:pt x="20901" y="326411"/>
                  </a:lnTo>
                  <a:lnTo>
                    <a:pt x="9446" y="370896"/>
                  </a:lnTo>
                  <a:lnTo>
                    <a:pt x="2400" y="416976"/>
                  </a:lnTo>
                  <a:lnTo>
                    <a:pt x="40" y="463617"/>
                  </a:lnTo>
                  <a:lnTo>
                    <a:pt x="0" y="464418"/>
                  </a:lnTo>
                  <a:lnTo>
                    <a:pt x="2400" y="511859"/>
                  </a:lnTo>
                  <a:lnTo>
                    <a:pt x="9446" y="557939"/>
                  </a:lnTo>
                  <a:lnTo>
                    <a:pt x="20901" y="602425"/>
                  </a:lnTo>
                  <a:lnTo>
                    <a:pt x="36532" y="645080"/>
                  </a:lnTo>
                  <a:lnTo>
                    <a:pt x="56105" y="685672"/>
                  </a:lnTo>
                  <a:lnTo>
                    <a:pt x="61791" y="695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5152" y="2066650"/>
              <a:ext cx="3592846" cy="5455215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-9525" y="2057125"/>
            <a:ext cx="18297525" cy="8239759"/>
            <a:chOff x="-9525" y="2057125"/>
            <a:chExt cx="18297525" cy="823975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3354" y="2066650"/>
              <a:ext cx="6043694" cy="36310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8855" y="6095999"/>
              <a:ext cx="11439143" cy="4190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2066650"/>
              <a:ext cx="7359015" cy="8220709"/>
            </a:xfrm>
            <a:custGeom>
              <a:avLst/>
              <a:gdLst/>
              <a:ahLst/>
              <a:cxnLst/>
              <a:rect l="l" t="t" r="r" b="b"/>
              <a:pathLst>
                <a:path w="7359015" h="8220709">
                  <a:moveTo>
                    <a:pt x="0" y="0"/>
                  </a:moveTo>
                  <a:lnTo>
                    <a:pt x="7120290" y="0"/>
                  </a:lnTo>
                  <a:lnTo>
                    <a:pt x="7166962" y="4617"/>
                  </a:lnTo>
                  <a:lnTo>
                    <a:pt x="7211415" y="18126"/>
                  </a:lnTo>
                  <a:lnTo>
                    <a:pt x="7252400" y="40007"/>
                  </a:lnTo>
                  <a:lnTo>
                    <a:pt x="7288668" y="69744"/>
                  </a:lnTo>
                  <a:lnTo>
                    <a:pt x="7318405" y="106011"/>
                  </a:lnTo>
                  <a:lnTo>
                    <a:pt x="7340286" y="146996"/>
                  </a:lnTo>
                  <a:lnTo>
                    <a:pt x="7353794" y="191449"/>
                  </a:lnTo>
                  <a:lnTo>
                    <a:pt x="7358412" y="238121"/>
                  </a:lnTo>
                  <a:lnTo>
                    <a:pt x="7358412" y="8206833"/>
                  </a:lnTo>
                  <a:lnTo>
                    <a:pt x="7357074" y="822034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6000" y="2884020"/>
            <a:ext cx="492506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RISING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CYBER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THREATS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AND</a:t>
            </a:r>
            <a:r>
              <a:rPr sz="1800" i="1" spc="-8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THEIR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IMPACT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000" y="3777660"/>
            <a:ext cx="4772025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 dirty="0">
                <a:solidFill>
                  <a:srgbClr val="FFFFFF"/>
                </a:solidFill>
                <a:latin typeface="Trebuchet MS"/>
                <a:cs typeface="Trebuchet MS"/>
              </a:rPr>
              <a:t>Rise</a:t>
            </a:r>
            <a:r>
              <a:rPr sz="2400" spc="-1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9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400" spc="-1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Cyberattacks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1814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Cybercriminals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employing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advanced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techniques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such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as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phishing,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ransomware,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social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engineering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exploit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vulnerabilities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steal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sensitive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information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individuals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businesses.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000" y="5958918"/>
            <a:ext cx="5090160" cy="136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Increased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Dependency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1814"/>
              </a:spcBef>
            </a:pP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rapid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adoption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cloud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computing,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IoT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devices,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transactions,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 the 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attack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surface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threats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continues 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expand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alarming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rate.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6000" y="7892460"/>
            <a:ext cx="5009515" cy="136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100" dirty="0">
                <a:solidFill>
                  <a:srgbClr val="FFFFFF"/>
                </a:solidFill>
                <a:latin typeface="Trebuchet MS"/>
                <a:cs typeface="Trebuchet MS"/>
              </a:rPr>
              <a:t>Businesses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Individuals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1814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breaches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cause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financial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losses,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reputational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damage,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legal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consequences,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making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necessity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rather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than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option.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63354" y="2066651"/>
            <a:ext cx="1236980" cy="1236980"/>
            <a:chOff x="8063354" y="2066651"/>
            <a:chExt cx="1236980" cy="1236980"/>
          </a:xfrm>
        </p:grpSpPr>
        <p:sp>
          <p:nvSpPr>
            <p:cNvPr id="18" name="object 18"/>
            <p:cNvSpPr/>
            <p:nvPr/>
          </p:nvSpPr>
          <p:spPr>
            <a:xfrm>
              <a:off x="8063354" y="2066651"/>
              <a:ext cx="1236980" cy="1236980"/>
            </a:xfrm>
            <a:custGeom>
              <a:avLst/>
              <a:gdLst/>
              <a:ahLst/>
              <a:cxnLst/>
              <a:rect l="l" t="t" r="r" b="b"/>
              <a:pathLst>
                <a:path w="1236979" h="1236979">
                  <a:moveTo>
                    <a:pt x="618266" y="1236533"/>
                  </a:moveTo>
                  <a:lnTo>
                    <a:pt x="569949" y="1234673"/>
                  </a:lnTo>
                  <a:lnTo>
                    <a:pt x="522649" y="1229184"/>
                  </a:lnTo>
                  <a:lnTo>
                    <a:pt x="476504" y="1220204"/>
                  </a:lnTo>
                  <a:lnTo>
                    <a:pt x="431650" y="1207870"/>
                  </a:lnTo>
                  <a:lnTo>
                    <a:pt x="388226" y="1192320"/>
                  </a:lnTo>
                  <a:lnTo>
                    <a:pt x="346368" y="1173691"/>
                  </a:lnTo>
                  <a:lnTo>
                    <a:pt x="306215" y="1152121"/>
                  </a:lnTo>
                  <a:lnTo>
                    <a:pt x="267904" y="1127747"/>
                  </a:lnTo>
                  <a:lnTo>
                    <a:pt x="231572" y="1100707"/>
                  </a:lnTo>
                  <a:lnTo>
                    <a:pt x="197357" y="1071137"/>
                  </a:lnTo>
                  <a:lnTo>
                    <a:pt x="165396" y="1039176"/>
                  </a:lnTo>
                  <a:lnTo>
                    <a:pt x="135826" y="1004960"/>
                  </a:lnTo>
                  <a:lnTo>
                    <a:pt x="108785" y="968628"/>
                  </a:lnTo>
                  <a:lnTo>
                    <a:pt x="84411" y="930317"/>
                  </a:lnTo>
                  <a:lnTo>
                    <a:pt x="62841" y="890164"/>
                  </a:lnTo>
                  <a:lnTo>
                    <a:pt x="44212" y="848307"/>
                  </a:lnTo>
                  <a:lnTo>
                    <a:pt x="28662" y="804883"/>
                  </a:lnTo>
                  <a:lnTo>
                    <a:pt x="16328" y="760029"/>
                  </a:lnTo>
                  <a:lnTo>
                    <a:pt x="7348" y="713883"/>
                  </a:lnTo>
                  <a:lnTo>
                    <a:pt x="1860" y="666583"/>
                  </a:lnTo>
                  <a:lnTo>
                    <a:pt x="0" y="618266"/>
                  </a:lnTo>
                  <a:lnTo>
                    <a:pt x="1860" y="569949"/>
                  </a:lnTo>
                  <a:lnTo>
                    <a:pt x="7348" y="522649"/>
                  </a:lnTo>
                  <a:lnTo>
                    <a:pt x="16328" y="476503"/>
                  </a:lnTo>
                  <a:lnTo>
                    <a:pt x="28662" y="431650"/>
                  </a:lnTo>
                  <a:lnTo>
                    <a:pt x="44212" y="388225"/>
                  </a:lnTo>
                  <a:lnTo>
                    <a:pt x="62841" y="346368"/>
                  </a:lnTo>
                  <a:lnTo>
                    <a:pt x="84411" y="306215"/>
                  </a:lnTo>
                  <a:lnTo>
                    <a:pt x="108785" y="267904"/>
                  </a:lnTo>
                  <a:lnTo>
                    <a:pt x="135826" y="231572"/>
                  </a:lnTo>
                  <a:lnTo>
                    <a:pt x="165396" y="197357"/>
                  </a:lnTo>
                  <a:lnTo>
                    <a:pt x="197357" y="165395"/>
                  </a:lnTo>
                  <a:lnTo>
                    <a:pt x="231572" y="135826"/>
                  </a:lnTo>
                  <a:lnTo>
                    <a:pt x="267904" y="108785"/>
                  </a:lnTo>
                  <a:lnTo>
                    <a:pt x="306215" y="84411"/>
                  </a:lnTo>
                  <a:lnTo>
                    <a:pt x="346368" y="62841"/>
                  </a:lnTo>
                  <a:lnTo>
                    <a:pt x="388226" y="44212"/>
                  </a:lnTo>
                  <a:lnTo>
                    <a:pt x="431650" y="28662"/>
                  </a:lnTo>
                  <a:lnTo>
                    <a:pt x="476504" y="16328"/>
                  </a:lnTo>
                  <a:lnTo>
                    <a:pt x="522649" y="7348"/>
                  </a:lnTo>
                  <a:lnTo>
                    <a:pt x="569949" y="1860"/>
                  </a:lnTo>
                  <a:lnTo>
                    <a:pt x="618266" y="0"/>
                  </a:lnTo>
                  <a:lnTo>
                    <a:pt x="666584" y="1860"/>
                  </a:lnTo>
                  <a:lnTo>
                    <a:pt x="713884" y="7348"/>
                  </a:lnTo>
                  <a:lnTo>
                    <a:pt x="760029" y="16328"/>
                  </a:lnTo>
                  <a:lnTo>
                    <a:pt x="804883" y="28662"/>
                  </a:lnTo>
                  <a:lnTo>
                    <a:pt x="848307" y="44212"/>
                  </a:lnTo>
                  <a:lnTo>
                    <a:pt x="890164" y="62841"/>
                  </a:lnTo>
                  <a:lnTo>
                    <a:pt x="930317" y="84411"/>
                  </a:lnTo>
                  <a:lnTo>
                    <a:pt x="968628" y="108785"/>
                  </a:lnTo>
                  <a:lnTo>
                    <a:pt x="1004960" y="135826"/>
                  </a:lnTo>
                  <a:lnTo>
                    <a:pt x="1039176" y="165395"/>
                  </a:lnTo>
                  <a:lnTo>
                    <a:pt x="1071137" y="197357"/>
                  </a:lnTo>
                  <a:lnTo>
                    <a:pt x="1100706" y="231572"/>
                  </a:lnTo>
                  <a:lnTo>
                    <a:pt x="1127747" y="267904"/>
                  </a:lnTo>
                  <a:lnTo>
                    <a:pt x="1152121" y="306215"/>
                  </a:lnTo>
                  <a:lnTo>
                    <a:pt x="1173691" y="346368"/>
                  </a:lnTo>
                  <a:lnTo>
                    <a:pt x="1192320" y="388225"/>
                  </a:lnTo>
                  <a:lnTo>
                    <a:pt x="1207870" y="431650"/>
                  </a:lnTo>
                  <a:lnTo>
                    <a:pt x="1220204" y="476503"/>
                  </a:lnTo>
                  <a:lnTo>
                    <a:pt x="1229184" y="522649"/>
                  </a:lnTo>
                  <a:lnTo>
                    <a:pt x="1234673" y="569949"/>
                  </a:lnTo>
                  <a:lnTo>
                    <a:pt x="1236533" y="618266"/>
                  </a:lnTo>
                  <a:lnTo>
                    <a:pt x="1234673" y="666583"/>
                  </a:lnTo>
                  <a:lnTo>
                    <a:pt x="1229184" y="713883"/>
                  </a:lnTo>
                  <a:lnTo>
                    <a:pt x="1220204" y="760029"/>
                  </a:lnTo>
                  <a:lnTo>
                    <a:pt x="1207870" y="804883"/>
                  </a:lnTo>
                  <a:lnTo>
                    <a:pt x="1192320" y="848307"/>
                  </a:lnTo>
                  <a:lnTo>
                    <a:pt x="1173691" y="890164"/>
                  </a:lnTo>
                  <a:lnTo>
                    <a:pt x="1152121" y="930317"/>
                  </a:lnTo>
                  <a:lnTo>
                    <a:pt x="1127747" y="968628"/>
                  </a:lnTo>
                  <a:lnTo>
                    <a:pt x="1100706" y="1004960"/>
                  </a:lnTo>
                  <a:lnTo>
                    <a:pt x="1071137" y="1039176"/>
                  </a:lnTo>
                  <a:lnTo>
                    <a:pt x="1039176" y="1071137"/>
                  </a:lnTo>
                  <a:lnTo>
                    <a:pt x="1004960" y="1100707"/>
                  </a:lnTo>
                  <a:lnTo>
                    <a:pt x="968628" y="1127747"/>
                  </a:lnTo>
                  <a:lnTo>
                    <a:pt x="930317" y="1152121"/>
                  </a:lnTo>
                  <a:lnTo>
                    <a:pt x="890164" y="1173691"/>
                  </a:lnTo>
                  <a:lnTo>
                    <a:pt x="848307" y="1192320"/>
                  </a:lnTo>
                  <a:lnTo>
                    <a:pt x="804883" y="1207870"/>
                  </a:lnTo>
                  <a:lnTo>
                    <a:pt x="760029" y="1220204"/>
                  </a:lnTo>
                  <a:lnTo>
                    <a:pt x="713884" y="1229184"/>
                  </a:lnTo>
                  <a:lnTo>
                    <a:pt x="666584" y="1234673"/>
                  </a:lnTo>
                  <a:lnTo>
                    <a:pt x="618266" y="1236533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63852" y="2324721"/>
              <a:ext cx="636270" cy="720090"/>
            </a:xfrm>
            <a:custGeom>
              <a:avLst/>
              <a:gdLst/>
              <a:ahLst/>
              <a:cxnLst/>
              <a:rect l="l" t="t" r="r" b="b"/>
              <a:pathLst>
                <a:path w="636270" h="720089">
                  <a:moveTo>
                    <a:pt x="458444" y="343420"/>
                  </a:moveTo>
                  <a:lnTo>
                    <a:pt x="456679" y="334683"/>
                  </a:lnTo>
                  <a:lnTo>
                    <a:pt x="451866" y="327558"/>
                  </a:lnTo>
                  <a:lnTo>
                    <a:pt x="444741" y="322745"/>
                  </a:lnTo>
                  <a:lnTo>
                    <a:pt x="436016" y="320992"/>
                  </a:lnTo>
                  <a:lnTo>
                    <a:pt x="199682" y="320992"/>
                  </a:lnTo>
                  <a:lnTo>
                    <a:pt x="190944" y="322745"/>
                  </a:lnTo>
                  <a:lnTo>
                    <a:pt x="183819" y="327558"/>
                  </a:lnTo>
                  <a:lnTo>
                    <a:pt x="179006" y="334683"/>
                  </a:lnTo>
                  <a:lnTo>
                    <a:pt x="177253" y="343420"/>
                  </a:lnTo>
                  <a:lnTo>
                    <a:pt x="177253" y="508444"/>
                  </a:lnTo>
                  <a:lnTo>
                    <a:pt x="179006" y="517169"/>
                  </a:lnTo>
                  <a:lnTo>
                    <a:pt x="183819" y="524306"/>
                  </a:lnTo>
                  <a:lnTo>
                    <a:pt x="190944" y="529107"/>
                  </a:lnTo>
                  <a:lnTo>
                    <a:pt x="199682" y="530872"/>
                  </a:lnTo>
                  <a:lnTo>
                    <a:pt x="436016" y="530872"/>
                  </a:lnTo>
                  <a:lnTo>
                    <a:pt x="444741" y="529107"/>
                  </a:lnTo>
                  <a:lnTo>
                    <a:pt x="451866" y="524306"/>
                  </a:lnTo>
                  <a:lnTo>
                    <a:pt x="456679" y="517169"/>
                  </a:lnTo>
                  <a:lnTo>
                    <a:pt x="458444" y="508444"/>
                  </a:lnTo>
                  <a:lnTo>
                    <a:pt x="458444" y="343420"/>
                  </a:lnTo>
                  <a:close/>
                </a:path>
                <a:path w="636270" h="720089">
                  <a:moveTo>
                    <a:pt x="635685" y="401993"/>
                  </a:moveTo>
                  <a:lnTo>
                    <a:pt x="635673" y="89395"/>
                  </a:lnTo>
                  <a:lnTo>
                    <a:pt x="590829" y="56680"/>
                  </a:lnTo>
                  <a:lnTo>
                    <a:pt x="590829" y="108623"/>
                  </a:lnTo>
                  <a:lnTo>
                    <a:pt x="590829" y="401993"/>
                  </a:lnTo>
                  <a:lnTo>
                    <a:pt x="586435" y="451065"/>
                  </a:lnTo>
                  <a:lnTo>
                    <a:pt x="573747" y="497243"/>
                  </a:lnTo>
                  <a:lnTo>
                    <a:pt x="553567" y="539775"/>
                  </a:lnTo>
                  <a:lnTo>
                    <a:pt x="526630" y="577875"/>
                  </a:lnTo>
                  <a:lnTo>
                    <a:pt x="493725" y="610781"/>
                  </a:lnTo>
                  <a:lnTo>
                    <a:pt x="455625" y="637705"/>
                  </a:lnTo>
                  <a:lnTo>
                    <a:pt x="413092" y="657898"/>
                  </a:lnTo>
                  <a:lnTo>
                    <a:pt x="366915" y="670585"/>
                  </a:lnTo>
                  <a:lnTo>
                    <a:pt x="317842" y="674979"/>
                  </a:lnTo>
                  <a:lnTo>
                    <a:pt x="268770" y="670585"/>
                  </a:lnTo>
                  <a:lnTo>
                    <a:pt x="222592" y="657898"/>
                  </a:lnTo>
                  <a:lnTo>
                    <a:pt x="180060" y="637705"/>
                  </a:lnTo>
                  <a:lnTo>
                    <a:pt x="141960" y="610781"/>
                  </a:lnTo>
                  <a:lnTo>
                    <a:pt x="109054" y="577875"/>
                  </a:lnTo>
                  <a:lnTo>
                    <a:pt x="82130" y="539775"/>
                  </a:lnTo>
                  <a:lnTo>
                    <a:pt x="61937" y="497243"/>
                  </a:lnTo>
                  <a:lnTo>
                    <a:pt x="49250" y="451065"/>
                  </a:lnTo>
                  <a:lnTo>
                    <a:pt x="44856" y="401993"/>
                  </a:lnTo>
                  <a:lnTo>
                    <a:pt x="44970" y="108623"/>
                  </a:lnTo>
                  <a:lnTo>
                    <a:pt x="90449" y="83299"/>
                  </a:lnTo>
                  <a:lnTo>
                    <a:pt x="136017" y="65709"/>
                  </a:lnTo>
                  <a:lnTo>
                    <a:pt x="181559" y="54495"/>
                  </a:lnTo>
                  <a:lnTo>
                    <a:pt x="227050" y="48234"/>
                  </a:lnTo>
                  <a:lnTo>
                    <a:pt x="274053" y="45389"/>
                  </a:lnTo>
                  <a:lnTo>
                    <a:pt x="279234" y="45389"/>
                  </a:lnTo>
                  <a:lnTo>
                    <a:pt x="317868" y="44856"/>
                  </a:lnTo>
                  <a:lnTo>
                    <a:pt x="363448" y="45389"/>
                  </a:lnTo>
                  <a:lnTo>
                    <a:pt x="409003" y="48069"/>
                  </a:lnTo>
                  <a:lnTo>
                    <a:pt x="454533" y="54317"/>
                  </a:lnTo>
                  <a:lnTo>
                    <a:pt x="500024" y="65532"/>
                  </a:lnTo>
                  <a:lnTo>
                    <a:pt x="545465" y="83159"/>
                  </a:lnTo>
                  <a:lnTo>
                    <a:pt x="590829" y="108623"/>
                  </a:lnTo>
                  <a:lnTo>
                    <a:pt x="590829" y="56680"/>
                  </a:lnTo>
                  <a:lnTo>
                    <a:pt x="582193" y="51371"/>
                  </a:lnTo>
                  <a:lnTo>
                    <a:pt x="567880" y="44856"/>
                  </a:lnTo>
                  <a:lnTo>
                    <a:pt x="538213" y="31343"/>
                  </a:lnTo>
                  <a:lnTo>
                    <a:pt x="494220" y="17272"/>
                  </a:lnTo>
                  <a:lnTo>
                    <a:pt x="450176" y="8128"/>
                  </a:lnTo>
                  <a:lnTo>
                    <a:pt x="406107" y="2895"/>
                  </a:lnTo>
                  <a:lnTo>
                    <a:pt x="361988" y="520"/>
                  </a:lnTo>
                  <a:lnTo>
                    <a:pt x="317817" y="0"/>
                  </a:lnTo>
                  <a:lnTo>
                    <a:pt x="280403" y="520"/>
                  </a:lnTo>
                  <a:lnTo>
                    <a:pt x="275539" y="520"/>
                  </a:lnTo>
                  <a:lnTo>
                    <a:pt x="229920" y="3035"/>
                  </a:lnTo>
                  <a:lnTo>
                    <a:pt x="185940" y="8305"/>
                  </a:lnTo>
                  <a:lnTo>
                    <a:pt x="141922" y="17437"/>
                  </a:lnTo>
                  <a:lnTo>
                    <a:pt x="97866" y="31470"/>
                  </a:lnTo>
                  <a:lnTo>
                    <a:pt x="53886" y="51371"/>
                  </a:lnTo>
                  <a:lnTo>
                    <a:pt x="9613" y="78320"/>
                  </a:lnTo>
                  <a:lnTo>
                    <a:pt x="0" y="89395"/>
                  </a:lnTo>
                  <a:lnTo>
                    <a:pt x="0" y="401993"/>
                  </a:lnTo>
                  <a:lnTo>
                    <a:pt x="3441" y="448957"/>
                  </a:lnTo>
                  <a:lnTo>
                    <a:pt x="13462" y="493788"/>
                  </a:lnTo>
                  <a:lnTo>
                    <a:pt x="29540" y="535978"/>
                  </a:lnTo>
                  <a:lnTo>
                    <a:pt x="51206" y="575056"/>
                  </a:lnTo>
                  <a:lnTo>
                    <a:pt x="77965" y="610514"/>
                  </a:lnTo>
                  <a:lnTo>
                    <a:pt x="109308" y="641870"/>
                  </a:lnTo>
                  <a:lnTo>
                    <a:pt x="144780" y="668629"/>
                  </a:lnTo>
                  <a:lnTo>
                    <a:pt x="183845" y="690295"/>
                  </a:lnTo>
                  <a:lnTo>
                    <a:pt x="226047" y="706374"/>
                  </a:lnTo>
                  <a:lnTo>
                    <a:pt x="270878" y="716381"/>
                  </a:lnTo>
                  <a:lnTo>
                    <a:pt x="317842" y="719836"/>
                  </a:lnTo>
                  <a:lnTo>
                    <a:pt x="364807" y="716381"/>
                  </a:lnTo>
                  <a:lnTo>
                    <a:pt x="409638" y="706374"/>
                  </a:lnTo>
                  <a:lnTo>
                    <a:pt x="451840" y="690295"/>
                  </a:lnTo>
                  <a:lnTo>
                    <a:pt x="490918" y="668629"/>
                  </a:lnTo>
                  <a:lnTo>
                    <a:pt x="526376" y="641870"/>
                  </a:lnTo>
                  <a:lnTo>
                    <a:pt x="557733" y="610514"/>
                  </a:lnTo>
                  <a:lnTo>
                    <a:pt x="584479" y="575056"/>
                  </a:lnTo>
                  <a:lnTo>
                    <a:pt x="606145" y="535978"/>
                  </a:lnTo>
                  <a:lnTo>
                    <a:pt x="622236" y="493788"/>
                  </a:lnTo>
                  <a:lnTo>
                    <a:pt x="632244" y="448957"/>
                  </a:lnTo>
                  <a:lnTo>
                    <a:pt x="635685" y="4019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0649" y="2513678"/>
              <a:ext cx="222106" cy="1768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2251" y="5621676"/>
              <a:ext cx="225473" cy="2228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" y="2244044"/>
              <a:ext cx="7429500" cy="3590925"/>
            </a:xfrm>
            <a:custGeom>
              <a:avLst/>
              <a:gdLst/>
              <a:ahLst/>
              <a:cxnLst/>
              <a:rect l="l" t="t" r="r" b="b"/>
              <a:pathLst>
                <a:path w="7429500" h="3590925">
                  <a:moveTo>
                    <a:pt x="209548" y="3590924"/>
                  </a:moveTo>
                  <a:lnTo>
                    <a:pt x="147003" y="3575626"/>
                  </a:lnTo>
                  <a:lnTo>
                    <a:pt x="106018" y="3553744"/>
                  </a:lnTo>
                  <a:lnTo>
                    <a:pt x="69750" y="3524007"/>
                  </a:lnTo>
                  <a:lnTo>
                    <a:pt x="40013" y="3487740"/>
                  </a:lnTo>
                  <a:lnTo>
                    <a:pt x="18132" y="3446755"/>
                  </a:lnTo>
                  <a:lnTo>
                    <a:pt x="4623" y="3402301"/>
                  </a:lnTo>
                  <a:lnTo>
                    <a:pt x="0" y="3355629"/>
                  </a:lnTo>
                  <a:lnTo>
                    <a:pt x="0" y="238122"/>
                  </a:lnTo>
                  <a:lnTo>
                    <a:pt x="4623" y="191450"/>
                  </a:lnTo>
                  <a:lnTo>
                    <a:pt x="18132" y="146997"/>
                  </a:lnTo>
                  <a:lnTo>
                    <a:pt x="40013" y="106012"/>
                  </a:lnTo>
                  <a:lnTo>
                    <a:pt x="69750" y="69744"/>
                  </a:lnTo>
                  <a:lnTo>
                    <a:pt x="106018" y="40007"/>
                  </a:lnTo>
                  <a:lnTo>
                    <a:pt x="147003" y="18125"/>
                  </a:lnTo>
                  <a:lnTo>
                    <a:pt x="191456" y="4617"/>
                  </a:lnTo>
                  <a:lnTo>
                    <a:pt x="238128" y="0"/>
                  </a:lnTo>
                  <a:lnTo>
                    <a:pt x="7194496" y="0"/>
                  </a:lnTo>
                  <a:lnTo>
                    <a:pt x="7241168" y="4617"/>
                  </a:lnTo>
                  <a:lnTo>
                    <a:pt x="7285621" y="18125"/>
                  </a:lnTo>
                  <a:lnTo>
                    <a:pt x="7326606" y="40007"/>
                  </a:lnTo>
                  <a:lnTo>
                    <a:pt x="7362874" y="69744"/>
                  </a:lnTo>
                  <a:lnTo>
                    <a:pt x="7392611" y="106011"/>
                  </a:lnTo>
                  <a:lnTo>
                    <a:pt x="7414492" y="146996"/>
                  </a:lnTo>
                  <a:lnTo>
                    <a:pt x="7428001" y="191450"/>
                  </a:lnTo>
                  <a:lnTo>
                    <a:pt x="7429499" y="20659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0166" y="2244043"/>
            <a:ext cx="7759133" cy="701425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112293" y="2865760"/>
            <a:ext cx="625475" cy="625475"/>
          </a:xfrm>
          <a:custGeom>
            <a:avLst/>
            <a:gdLst/>
            <a:ahLst/>
            <a:cxnLst/>
            <a:rect l="l" t="t" r="r" b="b"/>
            <a:pathLst>
              <a:path w="625475" h="625475">
                <a:moveTo>
                  <a:pt x="312687" y="625375"/>
                </a:moveTo>
                <a:lnTo>
                  <a:pt x="358855" y="621981"/>
                </a:lnTo>
                <a:lnTo>
                  <a:pt x="402932" y="612122"/>
                </a:lnTo>
                <a:lnTo>
                  <a:pt x="444433" y="596285"/>
                </a:lnTo>
                <a:lnTo>
                  <a:pt x="482872" y="574955"/>
                </a:lnTo>
                <a:lnTo>
                  <a:pt x="517762" y="548619"/>
                </a:lnTo>
                <a:lnTo>
                  <a:pt x="548619" y="517762"/>
                </a:lnTo>
                <a:lnTo>
                  <a:pt x="574955" y="482872"/>
                </a:lnTo>
                <a:lnTo>
                  <a:pt x="596285" y="444433"/>
                </a:lnTo>
                <a:lnTo>
                  <a:pt x="612122" y="402932"/>
                </a:lnTo>
                <a:lnTo>
                  <a:pt x="621981" y="358855"/>
                </a:lnTo>
                <a:lnTo>
                  <a:pt x="625375" y="312687"/>
                </a:lnTo>
                <a:lnTo>
                  <a:pt x="621981" y="266520"/>
                </a:lnTo>
                <a:lnTo>
                  <a:pt x="612122" y="222443"/>
                </a:lnTo>
                <a:lnTo>
                  <a:pt x="596285" y="180942"/>
                </a:lnTo>
                <a:lnTo>
                  <a:pt x="574955" y="142503"/>
                </a:lnTo>
                <a:lnTo>
                  <a:pt x="548619" y="107612"/>
                </a:lnTo>
                <a:lnTo>
                  <a:pt x="517762" y="76756"/>
                </a:lnTo>
                <a:lnTo>
                  <a:pt x="482872" y="50420"/>
                </a:lnTo>
                <a:lnTo>
                  <a:pt x="444433" y="29090"/>
                </a:lnTo>
                <a:lnTo>
                  <a:pt x="402932" y="13253"/>
                </a:lnTo>
                <a:lnTo>
                  <a:pt x="358855" y="3394"/>
                </a:lnTo>
                <a:lnTo>
                  <a:pt x="312687" y="0"/>
                </a:lnTo>
                <a:lnTo>
                  <a:pt x="266520" y="3394"/>
                </a:lnTo>
                <a:lnTo>
                  <a:pt x="222443" y="13253"/>
                </a:lnTo>
                <a:lnTo>
                  <a:pt x="180942" y="29090"/>
                </a:lnTo>
                <a:lnTo>
                  <a:pt x="142503" y="50420"/>
                </a:lnTo>
                <a:lnTo>
                  <a:pt x="107612" y="76756"/>
                </a:lnTo>
                <a:lnTo>
                  <a:pt x="76756" y="107612"/>
                </a:lnTo>
                <a:lnTo>
                  <a:pt x="50420" y="142503"/>
                </a:lnTo>
                <a:lnTo>
                  <a:pt x="43338" y="155265"/>
                </a:lnTo>
                <a:lnTo>
                  <a:pt x="253384" y="155265"/>
                </a:lnTo>
                <a:lnTo>
                  <a:pt x="259854" y="156343"/>
                </a:lnTo>
                <a:lnTo>
                  <a:pt x="264167" y="160656"/>
                </a:lnTo>
                <a:lnTo>
                  <a:pt x="369834" y="287888"/>
                </a:lnTo>
                <a:lnTo>
                  <a:pt x="376505" y="299412"/>
                </a:lnTo>
                <a:lnTo>
                  <a:pt x="378729" y="312148"/>
                </a:lnTo>
                <a:lnTo>
                  <a:pt x="376505" y="324885"/>
                </a:lnTo>
                <a:lnTo>
                  <a:pt x="369834" y="336409"/>
                </a:lnTo>
                <a:lnTo>
                  <a:pt x="265245" y="463640"/>
                </a:lnTo>
                <a:lnTo>
                  <a:pt x="263089" y="466875"/>
                </a:lnTo>
                <a:lnTo>
                  <a:pt x="259854" y="467953"/>
                </a:lnTo>
                <a:lnTo>
                  <a:pt x="42141" y="467953"/>
                </a:lnTo>
                <a:lnTo>
                  <a:pt x="50420" y="482872"/>
                </a:lnTo>
                <a:lnTo>
                  <a:pt x="76756" y="517762"/>
                </a:lnTo>
                <a:lnTo>
                  <a:pt x="107612" y="548619"/>
                </a:lnTo>
                <a:lnTo>
                  <a:pt x="142503" y="574955"/>
                </a:lnTo>
                <a:lnTo>
                  <a:pt x="180942" y="596285"/>
                </a:lnTo>
                <a:lnTo>
                  <a:pt x="222443" y="612122"/>
                </a:lnTo>
                <a:lnTo>
                  <a:pt x="266520" y="621981"/>
                </a:lnTo>
                <a:lnTo>
                  <a:pt x="312687" y="625375"/>
                </a:lnTo>
                <a:close/>
              </a:path>
              <a:path w="625475" h="625475">
                <a:moveTo>
                  <a:pt x="42141" y="467953"/>
                </a:moveTo>
                <a:lnTo>
                  <a:pt x="252306" y="467953"/>
                </a:lnTo>
                <a:lnTo>
                  <a:pt x="250150" y="465797"/>
                </a:lnTo>
                <a:lnTo>
                  <a:pt x="245837" y="462562"/>
                </a:lnTo>
                <a:lnTo>
                  <a:pt x="244759" y="455014"/>
                </a:lnTo>
                <a:lnTo>
                  <a:pt x="249072" y="450701"/>
                </a:lnTo>
                <a:lnTo>
                  <a:pt x="353660" y="323470"/>
                </a:lnTo>
                <a:lnTo>
                  <a:pt x="359051" y="317000"/>
                </a:lnTo>
                <a:lnTo>
                  <a:pt x="359051" y="308374"/>
                </a:lnTo>
                <a:lnTo>
                  <a:pt x="247993" y="174673"/>
                </a:lnTo>
                <a:lnTo>
                  <a:pt x="243680" y="170360"/>
                </a:lnTo>
                <a:lnTo>
                  <a:pt x="244759" y="163891"/>
                </a:lnTo>
                <a:lnTo>
                  <a:pt x="253384" y="155265"/>
                </a:lnTo>
                <a:lnTo>
                  <a:pt x="43338" y="155265"/>
                </a:lnTo>
                <a:lnTo>
                  <a:pt x="29090" y="180942"/>
                </a:lnTo>
                <a:lnTo>
                  <a:pt x="13253" y="222443"/>
                </a:lnTo>
                <a:lnTo>
                  <a:pt x="3394" y="266520"/>
                </a:lnTo>
                <a:lnTo>
                  <a:pt x="39" y="312148"/>
                </a:lnTo>
                <a:lnTo>
                  <a:pt x="0" y="312687"/>
                </a:lnTo>
                <a:lnTo>
                  <a:pt x="3394" y="358855"/>
                </a:lnTo>
                <a:lnTo>
                  <a:pt x="13253" y="402932"/>
                </a:lnTo>
                <a:lnTo>
                  <a:pt x="29090" y="444433"/>
                </a:lnTo>
                <a:lnTo>
                  <a:pt x="42141" y="467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434583"/>
            <a:ext cx="12213335" cy="485241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39671" y="2799669"/>
            <a:ext cx="5904865" cy="241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7180">
              <a:lnSpc>
                <a:spcPct val="118100"/>
              </a:lnSpc>
              <a:spcBef>
                <a:spcPts val="100"/>
              </a:spcBef>
            </a:pPr>
            <a:r>
              <a:rPr sz="1800" i="1" spc="-30" dirty="0">
                <a:solidFill>
                  <a:srgbClr val="FF3131"/>
                </a:solidFill>
                <a:latin typeface="Arial"/>
                <a:cs typeface="Arial"/>
              </a:rPr>
              <a:t>TYPES</a:t>
            </a:r>
            <a:r>
              <a:rPr sz="1800" i="1" spc="-9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OF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CYBER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THREATS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AND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THEIR CONSEQUENCES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2014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threats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come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in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many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forms,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including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malware,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phishing,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ransomware,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 and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insider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threats.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Attackers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exploit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weaknesses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human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errors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gain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unauthorized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access,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disrupt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operations,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or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steal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data.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Recognizing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these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threats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essential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preventing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breaches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 and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ensuring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safety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both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professional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digital environments.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330412" y="8329411"/>
            <a:ext cx="929005" cy="929005"/>
            <a:chOff x="16330412" y="8329411"/>
            <a:chExt cx="929005" cy="929005"/>
          </a:xfrm>
        </p:grpSpPr>
        <p:sp>
          <p:nvSpPr>
            <p:cNvPr id="14" name="object 14"/>
            <p:cNvSpPr/>
            <p:nvPr/>
          </p:nvSpPr>
          <p:spPr>
            <a:xfrm>
              <a:off x="16330412" y="8329411"/>
              <a:ext cx="929005" cy="929005"/>
            </a:xfrm>
            <a:custGeom>
              <a:avLst/>
              <a:gdLst/>
              <a:ahLst/>
              <a:cxnLst/>
              <a:rect l="l" t="t" r="r" b="b"/>
              <a:pathLst>
                <a:path w="929005" h="929004">
                  <a:moveTo>
                    <a:pt x="464443" y="928888"/>
                  </a:moveTo>
                  <a:lnTo>
                    <a:pt x="416956" y="926490"/>
                  </a:lnTo>
                  <a:lnTo>
                    <a:pt x="370841" y="919452"/>
                  </a:lnTo>
                  <a:lnTo>
                    <a:pt x="326332" y="908007"/>
                  </a:lnTo>
                  <a:lnTo>
                    <a:pt x="283660" y="892390"/>
                  </a:lnTo>
                  <a:lnTo>
                    <a:pt x="243061" y="872832"/>
                  </a:lnTo>
                  <a:lnTo>
                    <a:pt x="204768" y="849568"/>
                  </a:lnTo>
                  <a:lnTo>
                    <a:pt x="169014" y="822831"/>
                  </a:lnTo>
                  <a:lnTo>
                    <a:pt x="136032" y="792855"/>
                  </a:lnTo>
                  <a:lnTo>
                    <a:pt x="106056" y="759873"/>
                  </a:lnTo>
                  <a:lnTo>
                    <a:pt x="79319" y="724119"/>
                  </a:lnTo>
                  <a:lnTo>
                    <a:pt x="56055" y="685825"/>
                  </a:lnTo>
                  <a:lnTo>
                    <a:pt x="36498" y="645226"/>
                  </a:lnTo>
                  <a:lnTo>
                    <a:pt x="20880" y="602555"/>
                  </a:lnTo>
                  <a:lnTo>
                    <a:pt x="9435" y="558045"/>
                  </a:lnTo>
                  <a:lnTo>
                    <a:pt x="2397" y="511930"/>
                  </a:lnTo>
                  <a:lnTo>
                    <a:pt x="0" y="464444"/>
                  </a:lnTo>
                  <a:lnTo>
                    <a:pt x="2397" y="416957"/>
                  </a:lnTo>
                  <a:lnTo>
                    <a:pt x="9435" y="370842"/>
                  </a:lnTo>
                  <a:lnTo>
                    <a:pt x="20880" y="326332"/>
                  </a:lnTo>
                  <a:lnTo>
                    <a:pt x="36498" y="283661"/>
                  </a:lnTo>
                  <a:lnTo>
                    <a:pt x="56055" y="243062"/>
                  </a:lnTo>
                  <a:lnTo>
                    <a:pt x="79319" y="204769"/>
                  </a:lnTo>
                  <a:lnTo>
                    <a:pt x="106056" y="169014"/>
                  </a:lnTo>
                  <a:lnTo>
                    <a:pt x="136032" y="136032"/>
                  </a:lnTo>
                  <a:lnTo>
                    <a:pt x="169014" y="106056"/>
                  </a:lnTo>
                  <a:lnTo>
                    <a:pt x="204768" y="79319"/>
                  </a:lnTo>
                  <a:lnTo>
                    <a:pt x="243061" y="56055"/>
                  </a:lnTo>
                  <a:lnTo>
                    <a:pt x="283660" y="36498"/>
                  </a:lnTo>
                  <a:lnTo>
                    <a:pt x="326332" y="20880"/>
                  </a:lnTo>
                  <a:lnTo>
                    <a:pt x="370841" y="9435"/>
                  </a:lnTo>
                  <a:lnTo>
                    <a:pt x="416956" y="2397"/>
                  </a:lnTo>
                  <a:lnTo>
                    <a:pt x="464443" y="0"/>
                  </a:lnTo>
                  <a:lnTo>
                    <a:pt x="511930" y="2397"/>
                  </a:lnTo>
                  <a:lnTo>
                    <a:pt x="558045" y="9435"/>
                  </a:lnTo>
                  <a:lnTo>
                    <a:pt x="602555" y="20880"/>
                  </a:lnTo>
                  <a:lnTo>
                    <a:pt x="645226" y="36498"/>
                  </a:lnTo>
                  <a:lnTo>
                    <a:pt x="685825" y="56055"/>
                  </a:lnTo>
                  <a:lnTo>
                    <a:pt x="724119" y="79319"/>
                  </a:lnTo>
                  <a:lnTo>
                    <a:pt x="759873" y="106056"/>
                  </a:lnTo>
                  <a:lnTo>
                    <a:pt x="792855" y="136032"/>
                  </a:lnTo>
                  <a:lnTo>
                    <a:pt x="822832" y="169014"/>
                  </a:lnTo>
                  <a:lnTo>
                    <a:pt x="849568" y="204769"/>
                  </a:lnTo>
                  <a:lnTo>
                    <a:pt x="872832" y="243062"/>
                  </a:lnTo>
                  <a:lnTo>
                    <a:pt x="892390" y="283661"/>
                  </a:lnTo>
                  <a:lnTo>
                    <a:pt x="908007" y="326332"/>
                  </a:lnTo>
                  <a:lnTo>
                    <a:pt x="919452" y="370842"/>
                  </a:lnTo>
                  <a:lnTo>
                    <a:pt x="926490" y="416957"/>
                  </a:lnTo>
                  <a:lnTo>
                    <a:pt x="928888" y="464444"/>
                  </a:lnTo>
                  <a:lnTo>
                    <a:pt x="926490" y="511930"/>
                  </a:lnTo>
                  <a:lnTo>
                    <a:pt x="919452" y="558045"/>
                  </a:lnTo>
                  <a:lnTo>
                    <a:pt x="908007" y="602555"/>
                  </a:lnTo>
                  <a:lnTo>
                    <a:pt x="892390" y="645226"/>
                  </a:lnTo>
                  <a:lnTo>
                    <a:pt x="872832" y="685825"/>
                  </a:lnTo>
                  <a:lnTo>
                    <a:pt x="849568" y="724119"/>
                  </a:lnTo>
                  <a:lnTo>
                    <a:pt x="822832" y="759873"/>
                  </a:lnTo>
                  <a:lnTo>
                    <a:pt x="792855" y="792855"/>
                  </a:lnTo>
                  <a:lnTo>
                    <a:pt x="759873" y="822831"/>
                  </a:lnTo>
                  <a:lnTo>
                    <a:pt x="724119" y="849568"/>
                  </a:lnTo>
                  <a:lnTo>
                    <a:pt x="685825" y="872832"/>
                  </a:lnTo>
                  <a:lnTo>
                    <a:pt x="645226" y="892390"/>
                  </a:lnTo>
                  <a:lnTo>
                    <a:pt x="602555" y="908007"/>
                  </a:lnTo>
                  <a:lnTo>
                    <a:pt x="558045" y="919452"/>
                  </a:lnTo>
                  <a:lnTo>
                    <a:pt x="511930" y="926490"/>
                  </a:lnTo>
                  <a:lnTo>
                    <a:pt x="464443" y="928888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556176" y="8523269"/>
              <a:ext cx="474980" cy="541020"/>
            </a:xfrm>
            <a:custGeom>
              <a:avLst/>
              <a:gdLst/>
              <a:ahLst/>
              <a:cxnLst/>
              <a:rect l="l" t="t" r="r" b="b"/>
              <a:pathLst>
                <a:path w="474980" h="541020">
                  <a:moveTo>
                    <a:pt x="238745" y="540693"/>
                  </a:moveTo>
                  <a:lnTo>
                    <a:pt x="190629" y="535843"/>
                  </a:lnTo>
                  <a:lnTo>
                    <a:pt x="145814" y="521931"/>
                  </a:lnTo>
                  <a:lnTo>
                    <a:pt x="105260" y="499919"/>
                  </a:lnTo>
                  <a:lnTo>
                    <a:pt x="69926" y="470767"/>
                  </a:lnTo>
                  <a:lnTo>
                    <a:pt x="40774" y="435434"/>
                  </a:lnTo>
                  <a:lnTo>
                    <a:pt x="18761" y="394880"/>
                  </a:lnTo>
                  <a:lnTo>
                    <a:pt x="4850" y="350067"/>
                  </a:lnTo>
                  <a:lnTo>
                    <a:pt x="0" y="301954"/>
                  </a:lnTo>
                  <a:lnTo>
                    <a:pt x="0" y="67149"/>
                  </a:lnTo>
                  <a:lnTo>
                    <a:pt x="50794" y="33693"/>
                  </a:lnTo>
                  <a:lnTo>
                    <a:pt x="100320" y="14768"/>
                  </a:lnTo>
                  <a:lnTo>
                    <a:pt x="100576" y="14768"/>
                  </a:lnTo>
                  <a:lnTo>
                    <a:pt x="146276" y="5243"/>
                  </a:lnTo>
                  <a:lnTo>
                    <a:pt x="193486" y="896"/>
                  </a:lnTo>
                  <a:lnTo>
                    <a:pt x="196706" y="896"/>
                  </a:lnTo>
                  <a:lnTo>
                    <a:pt x="238721" y="0"/>
                  </a:lnTo>
                  <a:lnTo>
                    <a:pt x="285164" y="896"/>
                  </a:lnTo>
                  <a:lnTo>
                    <a:pt x="331531" y="5112"/>
                  </a:lnTo>
                  <a:lnTo>
                    <a:pt x="377837" y="14768"/>
                  </a:lnTo>
                  <a:lnTo>
                    <a:pt x="424094" y="31983"/>
                  </a:lnTo>
                  <a:lnTo>
                    <a:pt x="427033" y="33693"/>
                  </a:lnTo>
                  <a:lnTo>
                    <a:pt x="238763" y="33693"/>
                  </a:lnTo>
                  <a:lnTo>
                    <a:pt x="191623" y="34837"/>
                  </a:lnTo>
                  <a:lnTo>
                    <a:pt x="188447" y="34837"/>
                  </a:lnTo>
                  <a:lnTo>
                    <a:pt x="136374" y="40937"/>
                  </a:lnTo>
                  <a:lnTo>
                    <a:pt x="85498" y="55180"/>
                  </a:lnTo>
                  <a:lnTo>
                    <a:pt x="85299" y="55180"/>
                  </a:lnTo>
                  <a:lnTo>
                    <a:pt x="33785" y="81587"/>
                  </a:lnTo>
                  <a:lnTo>
                    <a:pt x="33693" y="301954"/>
                  </a:lnTo>
                  <a:lnTo>
                    <a:pt x="39108" y="348970"/>
                  </a:lnTo>
                  <a:lnTo>
                    <a:pt x="54534" y="392129"/>
                  </a:lnTo>
                  <a:lnTo>
                    <a:pt x="78739" y="430202"/>
                  </a:lnTo>
                  <a:lnTo>
                    <a:pt x="110493" y="461957"/>
                  </a:lnTo>
                  <a:lnTo>
                    <a:pt x="148566" y="486164"/>
                  </a:lnTo>
                  <a:lnTo>
                    <a:pt x="191727" y="501590"/>
                  </a:lnTo>
                  <a:lnTo>
                    <a:pt x="238745" y="507006"/>
                  </a:lnTo>
                  <a:lnTo>
                    <a:pt x="238745" y="540693"/>
                  </a:lnTo>
                  <a:close/>
                </a:path>
                <a:path w="474980" h="541020">
                  <a:moveTo>
                    <a:pt x="238745" y="540693"/>
                  </a:moveTo>
                  <a:lnTo>
                    <a:pt x="238745" y="507006"/>
                  </a:lnTo>
                  <a:lnTo>
                    <a:pt x="285761" y="501590"/>
                  </a:lnTo>
                  <a:lnTo>
                    <a:pt x="328921" y="486164"/>
                  </a:lnTo>
                  <a:lnTo>
                    <a:pt x="366994" y="461957"/>
                  </a:lnTo>
                  <a:lnTo>
                    <a:pt x="398749" y="430202"/>
                  </a:lnTo>
                  <a:lnTo>
                    <a:pt x="422955" y="392129"/>
                  </a:lnTo>
                  <a:lnTo>
                    <a:pt x="438381" y="348970"/>
                  </a:lnTo>
                  <a:lnTo>
                    <a:pt x="443797" y="301954"/>
                  </a:lnTo>
                  <a:lnTo>
                    <a:pt x="443797" y="81587"/>
                  </a:lnTo>
                  <a:lnTo>
                    <a:pt x="392656" y="55180"/>
                  </a:lnTo>
                  <a:lnTo>
                    <a:pt x="341420" y="40798"/>
                  </a:lnTo>
                  <a:lnTo>
                    <a:pt x="290114" y="34837"/>
                  </a:lnTo>
                  <a:lnTo>
                    <a:pt x="238763" y="33693"/>
                  </a:lnTo>
                  <a:lnTo>
                    <a:pt x="427033" y="33693"/>
                  </a:lnTo>
                  <a:lnTo>
                    <a:pt x="470247" y="58835"/>
                  </a:lnTo>
                  <a:lnTo>
                    <a:pt x="474463" y="61784"/>
                  </a:lnTo>
                  <a:lnTo>
                    <a:pt x="474463" y="331978"/>
                  </a:lnTo>
                  <a:lnTo>
                    <a:pt x="472750" y="348970"/>
                  </a:lnTo>
                  <a:lnTo>
                    <a:pt x="472640" y="350067"/>
                  </a:lnTo>
                  <a:lnTo>
                    <a:pt x="458728" y="394880"/>
                  </a:lnTo>
                  <a:lnTo>
                    <a:pt x="436716" y="435434"/>
                  </a:lnTo>
                  <a:lnTo>
                    <a:pt x="407563" y="470767"/>
                  </a:lnTo>
                  <a:lnTo>
                    <a:pt x="372230" y="499919"/>
                  </a:lnTo>
                  <a:lnTo>
                    <a:pt x="331675" y="521931"/>
                  </a:lnTo>
                  <a:lnTo>
                    <a:pt x="286860" y="535843"/>
                  </a:lnTo>
                  <a:lnTo>
                    <a:pt x="238745" y="540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89316" y="8665207"/>
              <a:ext cx="211212" cy="2568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7440" y="2657719"/>
              <a:ext cx="5761858" cy="25915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5252762"/>
              <a:ext cx="8370144" cy="503423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703832"/>
            <a:ext cx="17265015" cy="8592820"/>
            <a:chOff x="0" y="1703832"/>
            <a:chExt cx="17265015" cy="859282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703832"/>
              <a:ext cx="11734799" cy="37094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168559" y="5408333"/>
              <a:ext cx="7086600" cy="4878705"/>
            </a:xfrm>
            <a:custGeom>
              <a:avLst/>
              <a:gdLst/>
              <a:ahLst/>
              <a:cxnLst/>
              <a:rect l="l" t="t" r="r" b="b"/>
              <a:pathLst>
                <a:path w="7086600" h="4878705">
                  <a:moveTo>
                    <a:pt x="8" y="4878666"/>
                  </a:moveTo>
                  <a:lnTo>
                    <a:pt x="0" y="238119"/>
                  </a:lnTo>
                  <a:lnTo>
                    <a:pt x="4626" y="191448"/>
                  </a:lnTo>
                  <a:lnTo>
                    <a:pt x="18134" y="146995"/>
                  </a:lnTo>
                  <a:lnTo>
                    <a:pt x="40015" y="106011"/>
                  </a:lnTo>
                  <a:lnTo>
                    <a:pt x="69752" y="69743"/>
                  </a:lnTo>
                  <a:lnTo>
                    <a:pt x="106019" y="40006"/>
                  </a:lnTo>
                  <a:lnTo>
                    <a:pt x="147004" y="18125"/>
                  </a:lnTo>
                  <a:lnTo>
                    <a:pt x="191456" y="4617"/>
                  </a:lnTo>
                  <a:lnTo>
                    <a:pt x="238128" y="0"/>
                  </a:lnTo>
                  <a:lnTo>
                    <a:pt x="6852487" y="0"/>
                  </a:lnTo>
                  <a:lnTo>
                    <a:pt x="6899159" y="4617"/>
                  </a:lnTo>
                  <a:lnTo>
                    <a:pt x="6943612" y="18125"/>
                  </a:lnTo>
                  <a:lnTo>
                    <a:pt x="6984596" y="40006"/>
                  </a:lnTo>
                  <a:lnTo>
                    <a:pt x="7020864" y="69743"/>
                  </a:lnTo>
                  <a:lnTo>
                    <a:pt x="7050601" y="106010"/>
                  </a:lnTo>
                  <a:lnTo>
                    <a:pt x="7072482" y="146995"/>
                  </a:lnTo>
                  <a:lnTo>
                    <a:pt x="7085991" y="191448"/>
                  </a:lnTo>
                  <a:lnTo>
                    <a:pt x="7086598" y="197597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94407" y="6047962"/>
            <a:ext cx="5583555" cy="3209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BUILDING</a:t>
            </a:r>
            <a:r>
              <a:rPr sz="1800" i="1" spc="-5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A</a:t>
            </a:r>
            <a:r>
              <a:rPr sz="1800" i="1" spc="-4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35" dirty="0">
                <a:solidFill>
                  <a:srgbClr val="FF3131"/>
                </a:solidFill>
                <a:latin typeface="Arial"/>
                <a:cs typeface="Arial"/>
              </a:rPr>
              <a:t>SECURITY-</a:t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CONSCIOUS</a:t>
            </a:r>
            <a:r>
              <a:rPr sz="1800" i="1" spc="-4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MINDSET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Social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Engineering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40" dirty="0">
                <a:solidFill>
                  <a:srgbClr val="FFFFFF"/>
                </a:solidFill>
                <a:latin typeface="Trebuchet MS"/>
                <a:cs typeface="Trebuchet MS"/>
              </a:rPr>
              <a:t>Awareness</a:t>
            </a:r>
            <a:endParaRPr sz="2400">
              <a:latin typeface="Trebuchet MS"/>
              <a:cs typeface="Trebuchet MS"/>
            </a:endParaRPr>
          </a:p>
          <a:p>
            <a:pPr marL="12700" marR="10795">
              <a:lnSpc>
                <a:spcPct val="116100"/>
              </a:lnSpc>
              <a:spcBef>
                <a:spcPts val="595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Understanding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tactics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like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pretexting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helps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avoid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manipulation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8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could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lead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breaches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compromises.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Educating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59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Awareness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programs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training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empower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individuals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recognize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threats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adopt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online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practices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prevent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potential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attacks.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127773" y="4142002"/>
            <a:ext cx="1131570" cy="1131570"/>
            <a:chOff x="16127773" y="4142002"/>
            <a:chExt cx="1131570" cy="1131570"/>
          </a:xfrm>
        </p:grpSpPr>
        <p:sp>
          <p:nvSpPr>
            <p:cNvPr id="14" name="object 14"/>
            <p:cNvSpPr/>
            <p:nvPr/>
          </p:nvSpPr>
          <p:spPr>
            <a:xfrm>
              <a:off x="16127773" y="4142002"/>
              <a:ext cx="1131570" cy="1131570"/>
            </a:xfrm>
            <a:custGeom>
              <a:avLst/>
              <a:gdLst/>
              <a:ahLst/>
              <a:cxnLst/>
              <a:rect l="l" t="t" r="r" b="b"/>
              <a:pathLst>
                <a:path w="1131569" h="1131570">
                  <a:moveTo>
                    <a:pt x="565762" y="1131526"/>
                  </a:moveTo>
                  <a:lnTo>
                    <a:pt x="516946" y="1129449"/>
                  </a:lnTo>
                  <a:lnTo>
                    <a:pt x="469283" y="1123332"/>
                  </a:lnTo>
                  <a:lnTo>
                    <a:pt x="422943" y="1113345"/>
                  </a:lnTo>
                  <a:lnTo>
                    <a:pt x="378096" y="1099658"/>
                  </a:lnTo>
                  <a:lnTo>
                    <a:pt x="334911" y="1082439"/>
                  </a:lnTo>
                  <a:lnTo>
                    <a:pt x="293559" y="1061860"/>
                  </a:lnTo>
                  <a:lnTo>
                    <a:pt x="254209" y="1038090"/>
                  </a:lnTo>
                  <a:lnTo>
                    <a:pt x="217031" y="1011298"/>
                  </a:lnTo>
                  <a:lnTo>
                    <a:pt x="182194" y="981655"/>
                  </a:lnTo>
                  <a:lnTo>
                    <a:pt x="149870" y="949331"/>
                  </a:lnTo>
                  <a:lnTo>
                    <a:pt x="120227" y="914495"/>
                  </a:lnTo>
                  <a:lnTo>
                    <a:pt x="93436" y="877317"/>
                  </a:lnTo>
                  <a:lnTo>
                    <a:pt x="69666" y="837967"/>
                  </a:lnTo>
                  <a:lnTo>
                    <a:pt x="49086" y="796614"/>
                  </a:lnTo>
                  <a:lnTo>
                    <a:pt x="31868" y="753430"/>
                  </a:lnTo>
                  <a:lnTo>
                    <a:pt x="18180" y="708582"/>
                  </a:lnTo>
                  <a:lnTo>
                    <a:pt x="8193" y="662242"/>
                  </a:lnTo>
                  <a:lnTo>
                    <a:pt x="2076" y="614579"/>
                  </a:lnTo>
                  <a:lnTo>
                    <a:pt x="0" y="565763"/>
                  </a:lnTo>
                  <a:lnTo>
                    <a:pt x="2076" y="516947"/>
                  </a:lnTo>
                  <a:lnTo>
                    <a:pt x="8193" y="469284"/>
                  </a:lnTo>
                  <a:lnTo>
                    <a:pt x="18180" y="422943"/>
                  </a:lnTo>
                  <a:lnTo>
                    <a:pt x="31868" y="378096"/>
                  </a:lnTo>
                  <a:lnTo>
                    <a:pt x="49086" y="334911"/>
                  </a:lnTo>
                  <a:lnTo>
                    <a:pt x="69666" y="293559"/>
                  </a:lnTo>
                  <a:lnTo>
                    <a:pt x="93436" y="254209"/>
                  </a:lnTo>
                  <a:lnTo>
                    <a:pt x="120227" y="217031"/>
                  </a:lnTo>
                  <a:lnTo>
                    <a:pt x="149870" y="182195"/>
                  </a:lnTo>
                  <a:lnTo>
                    <a:pt x="182194" y="149870"/>
                  </a:lnTo>
                  <a:lnTo>
                    <a:pt x="217031" y="120227"/>
                  </a:lnTo>
                  <a:lnTo>
                    <a:pt x="254209" y="93436"/>
                  </a:lnTo>
                  <a:lnTo>
                    <a:pt x="293559" y="69666"/>
                  </a:lnTo>
                  <a:lnTo>
                    <a:pt x="334911" y="49086"/>
                  </a:lnTo>
                  <a:lnTo>
                    <a:pt x="378096" y="31868"/>
                  </a:lnTo>
                  <a:lnTo>
                    <a:pt x="422943" y="18180"/>
                  </a:lnTo>
                  <a:lnTo>
                    <a:pt x="469283" y="8193"/>
                  </a:lnTo>
                  <a:lnTo>
                    <a:pt x="516946" y="2076"/>
                  </a:lnTo>
                  <a:lnTo>
                    <a:pt x="565762" y="0"/>
                  </a:lnTo>
                  <a:lnTo>
                    <a:pt x="614578" y="2076"/>
                  </a:lnTo>
                  <a:lnTo>
                    <a:pt x="662241" y="8193"/>
                  </a:lnTo>
                  <a:lnTo>
                    <a:pt x="708582" y="18180"/>
                  </a:lnTo>
                  <a:lnTo>
                    <a:pt x="753429" y="31868"/>
                  </a:lnTo>
                  <a:lnTo>
                    <a:pt x="796614" y="49086"/>
                  </a:lnTo>
                  <a:lnTo>
                    <a:pt x="837967" y="69666"/>
                  </a:lnTo>
                  <a:lnTo>
                    <a:pt x="877317" y="93436"/>
                  </a:lnTo>
                  <a:lnTo>
                    <a:pt x="914495" y="120227"/>
                  </a:lnTo>
                  <a:lnTo>
                    <a:pt x="949331" y="149870"/>
                  </a:lnTo>
                  <a:lnTo>
                    <a:pt x="981655" y="182195"/>
                  </a:lnTo>
                  <a:lnTo>
                    <a:pt x="1011298" y="217031"/>
                  </a:lnTo>
                  <a:lnTo>
                    <a:pt x="1038090" y="254209"/>
                  </a:lnTo>
                  <a:lnTo>
                    <a:pt x="1061860" y="293559"/>
                  </a:lnTo>
                  <a:lnTo>
                    <a:pt x="1082439" y="334911"/>
                  </a:lnTo>
                  <a:lnTo>
                    <a:pt x="1099658" y="378096"/>
                  </a:lnTo>
                  <a:lnTo>
                    <a:pt x="1113345" y="422943"/>
                  </a:lnTo>
                  <a:lnTo>
                    <a:pt x="1123333" y="469284"/>
                  </a:lnTo>
                  <a:lnTo>
                    <a:pt x="1129450" y="516947"/>
                  </a:lnTo>
                  <a:lnTo>
                    <a:pt x="1131526" y="565763"/>
                  </a:lnTo>
                  <a:lnTo>
                    <a:pt x="1129450" y="614579"/>
                  </a:lnTo>
                  <a:lnTo>
                    <a:pt x="1123333" y="662242"/>
                  </a:lnTo>
                  <a:lnTo>
                    <a:pt x="1113345" y="708582"/>
                  </a:lnTo>
                  <a:lnTo>
                    <a:pt x="1099658" y="753430"/>
                  </a:lnTo>
                  <a:lnTo>
                    <a:pt x="1082439" y="796614"/>
                  </a:lnTo>
                  <a:lnTo>
                    <a:pt x="1061860" y="837967"/>
                  </a:lnTo>
                  <a:lnTo>
                    <a:pt x="1038090" y="877317"/>
                  </a:lnTo>
                  <a:lnTo>
                    <a:pt x="1011298" y="914495"/>
                  </a:lnTo>
                  <a:lnTo>
                    <a:pt x="981655" y="949331"/>
                  </a:lnTo>
                  <a:lnTo>
                    <a:pt x="949331" y="981655"/>
                  </a:lnTo>
                  <a:lnTo>
                    <a:pt x="914495" y="1011298"/>
                  </a:lnTo>
                  <a:lnTo>
                    <a:pt x="877317" y="1038090"/>
                  </a:lnTo>
                  <a:lnTo>
                    <a:pt x="837967" y="1061860"/>
                  </a:lnTo>
                  <a:lnTo>
                    <a:pt x="796614" y="1082439"/>
                  </a:lnTo>
                  <a:lnTo>
                    <a:pt x="753429" y="1099658"/>
                  </a:lnTo>
                  <a:lnTo>
                    <a:pt x="708582" y="1113345"/>
                  </a:lnTo>
                  <a:lnTo>
                    <a:pt x="662241" y="1123332"/>
                  </a:lnTo>
                  <a:lnTo>
                    <a:pt x="614578" y="1129449"/>
                  </a:lnTo>
                  <a:lnTo>
                    <a:pt x="565762" y="1131526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02774" y="4378159"/>
              <a:ext cx="582295" cy="659130"/>
            </a:xfrm>
            <a:custGeom>
              <a:avLst/>
              <a:gdLst/>
              <a:ahLst/>
              <a:cxnLst/>
              <a:rect l="l" t="t" r="r" b="b"/>
              <a:pathLst>
                <a:path w="582294" h="659129">
                  <a:moveTo>
                    <a:pt x="419493" y="314236"/>
                  </a:moveTo>
                  <a:lnTo>
                    <a:pt x="417880" y="306247"/>
                  </a:lnTo>
                  <a:lnTo>
                    <a:pt x="413486" y="299720"/>
                  </a:lnTo>
                  <a:lnTo>
                    <a:pt x="406958" y="295325"/>
                  </a:lnTo>
                  <a:lnTo>
                    <a:pt x="398970" y="293712"/>
                  </a:lnTo>
                  <a:lnTo>
                    <a:pt x="182714" y="293712"/>
                  </a:lnTo>
                  <a:lnTo>
                    <a:pt x="174726" y="295325"/>
                  </a:lnTo>
                  <a:lnTo>
                    <a:pt x="168211" y="299720"/>
                  </a:lnTo>
                  <a:lnTo>
                    <a:pt x="163804" y="306247"/>
                  </a:lnTo>
                  <a:lnTo>
                    <a:pt x="162191" y="314236"/>
                  </a:lnTo>
                  <a:lnTo>
                    <a:pt x="162191" y="465251"/>
                  </a:lnTo>
                  <a:lnTo>
                    <a:pt x="163804" y="473240"/>
                  </a:lnTo>
                  <a:lnTo>
                    <a:pt x="168211" y="479767"/>
                  </a:lnTo>
                  <a:lnTo>
                    <a:pt x="174726" y="484162"/>
                  </a:lnTo>
                  <a:lnTo>
                    <a:pt x="182714" y="485775"/>
                  </a:lnTo>
                  <a:lnTo>
                    <a:pt x="398970" y="485775"/>
                  </a:lnTo>
                  <a:lnTo>
                    <a:pt x="406958" y="484162"/>
                  </a:lnTo>
                  <a:lnTo>
                    <a:pt x="413486" y="479767"/>
                  </a:lnTo>
                  <a:lnTo>
                    <a:pt x="417880" y="473240"/>
                  </a:lnTo>
                  <a:lnTo>
                    <a:pt x="419493" y="465251"/>
                  </a:lnTo>
                  <a:lnTo>
                    <a:pt x="419493" y="314236"/>
                  </a:lnTo>
                  <a:close/>
                </a:path>
                <a:path w="582294" h="659129">
                  <a:moveTo>
                    <a:pt x="581685" y="367842"/>
                  </a:moveTo>
                  <a:lnTo>
                    <a:pt x="581672" y="81800"/>
                  </a:lnTo>
                  <a:lnTo>
                    <a:pt x="578345" y="75501"/>
                  </a:lnTo>
                  <a:lnTo>
                    <a:pt x="572871" y="71666"/>
                  </a:lnTo>
                  <a:lnTo>
                    <a:pt x="540651" y="52324"/>
                  </a:lnTo>
                  <a:lnTo>
                    <a:pt x="540651" y="99390"/>
                  </a:lnTo>
                  <a:lnTo>
                    <a:pt x="540651" y="367842"/>
                  </a:lnTo>
                  <a:lnTo>
                    <a:pt x="536625" y="412737"/>
                  </a:lnTo>
                  <a:lnTo>
                    <a:pt x="525018" y="455002"/>
                  </a:lnTo>
                  <a:lnTo>
                    <a:pt x="506539" y="493915"/>
                  </a:lnTo>
                  <a:lnTo>
                    <a:pt x="481901" y="528777"/>
                  </a:lnTo>
                  <a:lnTo>
                    <a:pt x="451789" y="558888"/>
                  </a:lnTo>
                  <a:lnTo>
                    <a:pt x="416928" y="583539"/>
                  </a:lnTo>
                  <a:lnTo>
                    <a:pt x="378015" y="602018"/>
                  </a:lnTo>
                  <a:lnTo>
                    <a:pt x="335749" y="613613"/>
                  </a:lnTo>
                  <a:lnTo>
                    <a:pt x="290842" y="617639"/>
                  </a:lnTo>
                  <a:lnTo>
                    <a:pt x="245948" y="613613"/>
                  </a:lnTo>
                  <a:lnTo>
                    <a:pt x="203682" y="602018"/>
                  </a:lnTo>
                  <a:lnTo>
                    <a:pt x="164769" y="583539"/>
                  </a:lnTo>
                  <a:lnTo>
                    <a:pt x="129908" y="558888"/>
                  </a:lnTo>
                  <a:lnTo>
                    <a:pt x="99796" y="528777"/>
                  </a:lnTo>
                  <a:lnTo>
                    <a:pt x="75158" y="493915"/>
                  </a:lnTo>
                  <a:lnTo>
                    <a:pt x="56680" y="455002"/>
                  </a:lnTo>
                  <a:lnTo>
                    <a:pt x="45072" y="412737"/>
                  </a:lnTo>
                  <a:lnTo>
                    <a:pt x="41046" y="367842"/>
                  </a:lnTo>
                  <a:lnTo>
                    <a:pt x="41160" y="99390"/>
                  </a:lnTo>
                  <a:lnTo>
                    <a:pt x="91109" y="72478"/>
                  </a:lnTo>
                  <a:lnTo>
                    <a:pt x="141147" y="55397"/>
                  </a:lnTo>
                  <a:lnTo>
                    <a:pt x="191122" y="45961"/>
                  </a:lnTo>
                  <a:lnTo>
                    <a:pt x="242277" y="41833"/>
                  </a:lnTo>
                  <a:lnTo>
                    <a:pt x="246659" y="41833"/>
                  </a:lnTo>
                  <a:lnTo>
                    <a:pt x="290868" y="41046"/>
                  </a:lnTo>
                  <a:lnTo>
                    <a:pt x="340918" y="41833"/>
                  </a:lnTo>
                  <a:lnTo>
                    <a:pt x="390931" y="45808"/>
                  </a:lnTo>
                  <a:lnTo>
                    <a:pt x="440905" y="55232"/>
                  </a:lnTo>
                  <a:lnTo>
                    <a:pt x="490816" y="72339"/>
                  </a:lnTo>
                  <a:lnTo>
                    <a:pt x="540651" y="99390"/>
                  </a:lnTo>
                  <a:lnTo>
                    <a:pt x="540651" y="52324"/>
                  </a:lnTo>
                  <a:lnTo>
                    <a:pt x="526034" y="43535"/>
                  </a:lnTo>
                  <a:lnTo>
                    <a:pt x="520103" y="41046"/>
                  </a:lnTo>
                  <a:lnTo>
                    <a:pt x="479082" y="23825"/>
                  </a:lnTo>
                  <a:lnTo>
                    <a:pt x="432092" y="11112"/>
                  </a:lnTo>
                  <a:lnTo>
                    <a:pt x="385064" y="3898"/>
                  </a:lnTo>
                  <a:lnTo>
                    <a:pt x="337972" y="698"/>
                  </a:lnTo>
                  <a:lnTo>
                    <a:pt x="290817" y="0"/>
                  </a:lnTo>
                  <a:lnTo>
                    <a:pt x="249516" y="698"/>
                  </a:lnTo>
                  <a:lnTo>
                    <a:pt x="245275" y="698"/>
                  </a:lnTo>
                  <a:lnTo>
                    <a:pt x="196977" y="4051"/>
                  </a:lnTo>
                  <a:lnTo>
                    <a:pt x="150012" y="11277"/>
                  </a:lnTo>
                  <a:lnTo>
                    <a:pt x="102997" y="23964"/>
                  </a:lnTo>
                  <a:lnTo>
                    <a:pt x="56083" y="43535"/>
                  </a:lnTo>
                  <a:lnTo>
                    <a:pt x="8801" y="71666"/>
                  </a:lnTo>
                  <a:lnTo>
                    <a:pt x="0" y="81800"/>
                  </a:lnTo>
                  <a:lnTo>
                    <a:pt x="0" y="367842"/>
                  </a:lnTo>
                  <a:lnTo>
                    <a:pt x="3810" y="415010"/>
                  </a:lnTo>
                  <a:lnTo>
                    <a:pt x="14833" y="459765"/>
                  </a:lnTo>
                  <a:lnTo>
                    <a:pt x="32473" y="501497"/>
                  </a:lnTo>
                  <a:lnTo>
                    <a:pt x="56121" y="539610"/>
                  </a:lnTo>
                  <a:lnTo>
                    <a:pt x="85191" y="573493"/>
                  </a:lnTo>
                  <a:lnTo>
                    <a:pt x="119075" y="602564"/>
                  </a:lnTo>
                  <a:lnTo>
                    <a:pt x="157187" y="626211"/>
                  </a:lnTo>
                  <a:lnTo>
                    <a:pt x="198920" y="643851"/>
                  </a:lnTo>
                  <a:lnTo>
                    <a:pt x="243674" y="654875"/>
                  </a:lnTo>
                  <a:lnTo>
                    <a:pt x="290842" y="658672"/>
                  </a:lnTo>
                  <a:lnTo>
                    <a:pt x="338023" y="654875"/>
                  </a:lnTo>
                  <a:lnTo>
                    <a:pt x="382778" y="643851"/>
                  </a:lnTo>
                  <a:lnTo>
                    <a:pt x="424510" y="626211"/>
                  </a:lnTo>
                  <a:lnTo>
                    <a:pt x="462610" y="602564"/>
                  </a:lnTo>
                  <a:lnTo>
                    <a:pt x="496506" y="573493"/>
                  </a:lnTo>
                  <a:lnTo>
                    <a:pt x="525576" y="539610"/>
                  </a:lnTo>
                  <a:lnTo>
                    <a:pt x="549224" y="501497"/>
                  </a:lnTo>
                  <a:lnTo>
                    <a:pt x="566864" y="459765"/>
                  </a:lnTo>
                  <a:lnTo>
                    <a:pt x="577888" y="415010"/>
                  </a:lnTo>
                  <a:lnTo>
                    <a:pt x="581685" y="367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2009" y="4551062"/>
              <a:ext cx="203238" cy="1618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4801739"/>
              <a:ext cx="9144000" cy="54852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43999" y="4801739"/>
              <a:ext cx="449580" cy="449580"/>
            </a:xfrm>
            <a:custGeom>
              <a:avLst/>
              <a:gdLst/>
              <a:ahLst/>
              <a:cxnLst/>
              <a:rect l="l" t="t" r="r" b="b"/>
              <a:pathLst>
                <a:path w="449579" h="449579">
                  <a:moveTo>
                    <a:pt x="224507" y="449014"/>
                  </a:moveTo>
                  <a:lnTo>
                    <a:pt x="269717" y="444448"/>
                  </a:lnTo>
                  <a:lnTo>
                    <a:pt x="311842" y="431353"/>
                  </a:lnTo>
                  <a:lnTo>
                    <a:pt x="349976" y="410638"/>
                  </a:lnTo>
                  <a:lnTo>
                    <a:pt x="383210" y="383210"/>
                  </a:lnTo>
                  <a:lnTo>
                    <a:pt x="410638" y="349976"/>
                  </a:lnTo>
                  <a:lnTo>
                    <a:pt x="431353" y="311842"/>
                  </a:lnTo>
                  <a:lnTo>
                    <a:pt x="444448" y="269717"/>
                  </a:lnTo>
                  <a:lnTo>
                    <a:pt x="449014" y="224507"/>
                  </a:lnTo>
                  <a:lnTo>
                    <a:pt x="444448" y="179297"/>
                  </a:lnTo>
                  <a:lnTo>
                    <a:pt x="431353" y="137171"/>
                  </a:lnTo>
                  <a:lnTo>
                    <a:pt x="410638" y="99038"/>
                  </a:lnTo>
                  <a:lnTo>
                    <a:pt x="383210" y="65803"/>
                  </a:lnTo>
                  <a:lnTo>
                    <a:pt x="349976" y="38375"/>
                  </a:lnTo>
                  <a:lnTo>
                    <a:pt x="311842" y="17660"/>
                  </a:lnTo>
                  <a:lnTo>
                    <a:pt x="269717" y="4566"/>
                  </a:lnTo>
                  <a:lnTo>
                    <a:pt x="224507" y="0"/>
                  </a:lnTo>
                  <a:lnTo>
                    <a:pt x="179297" y="4566"/>
                  </a:lnTo>
                  <a:lnTo>
                    <a:pt x="137171" y="17660"/>
                  </a:lnTo>
                  <a:lnTo>
                    <a:pt x="99038" y="38375"/>
                  </a:lnTo>
                  <a:lnTo>
                    <a:pt x="65803" y="65803"/>
                  </a:lnTo>
                  <a:lnTo>
                    <a:pt x="38375" y="99038"/>
                  </a:lnTo>
                  <a:lnTo>
                    <a:pt x="31617" y="111479"/>
                  </a:lnTo>
                  <a:lnTo>
                    <a:pt x="181928" y="111479"/>
                  </a:lnTo>
                  <a:lnTo>
                    <a:pt x="186573" y="112253"/>
                  </a:lnTo>
                  <a:lnTo>
                    <a:pt x="189669" y="115350"/>
                  </a:lnTo>
                  <a:lnTo>
                    <a:pt x="265537" y="206701"/>
                  </a:lnTo>
                  <a:lnTo>
                    <a:pt x="270327" y="214975"/>
                  </a:lnTo>
                  <a:lnTo>
                    <a:pt x="271924" y="224120"/>
                  </a:lnTo>
                  <a:lnTo>
                    <a:pt x="270327" y="233264"/>
                  </a:lnTo>
                  <a:lnTo>
                    <a:pt x="265537" y="241538"/>
                  </a:lnTo>
                  <a:lnTo>
                    <a:pt x="190444" y="332890"/>
                  </a:lnTo>
                  <a:lnTo>
                    <a:pt x="188895" y="335212"/>
                  </a:lnTo>
                  <a:lnTo>
                    <a:pt x="186573" y="335986"/>
                  </a:lnTo>
                  <a:lnTo>
                    <a:pt x="30776" y="335986"/>
                  </a:lnTo>
                  <a:lnTo>
                    <a:pt x="38375" y="349976"/>
                  </a:lnTo>
                  <a:lnTo>
                    <a:pt x="65803" y="383210"/>
                  </a:lnTo>
                  <a:lnTo>
                    <a:pt x="99038" y="410638"/>
                  </a:lnTo>
                  <a:lnTo>
                    <a:pt x="137171" y="431353"/>
                  </a:lnTo>
                  <a:lnTo>
                    <a:pt x="179297" y="444448"/>
                  </a:lnTo>
                  <a:lnTo>
                    <a:pt x="224507" y="449014"/>
                  </a:lnTo>
                  <a:close/>
                </a:path>
                <a:path w="449579" h="449579">
                  <a:moveTo>
                    <a:pt x="30776" y="335986"/>
                  </a:moveTo>
                  <a:lnTo>
                    <a:pt x="181154" y="335986"/>
                  </a:lnTo>
                  <a:lnTo>
                    <a:pt x="179605" y="334438"/>
                  </a:lnTo>
                  <a:lnTo>
                    <a:pt x="176509" y="332115"/>
                  </a:lnTo>
                  <a:lnTo>
                    <a:pt x="175734" y="326696"/>
                  </a:lnTo>
                  <a:lnTo>
                    <a:pt x="178831" y="323600"/>
                  </a:lnTo>
                  <a:lnTo>
                    <a:pt x="253925" y="232248"/>
                  </a:lnTo>
                  <a:lnTo>
                    <a:pt x="257796" y="227603"/>
                  </a:lnTo>
                  <a:lnTo>
                    <a:pt x="257796" y="221410"/>
                  </a:lnTo>
                  <a:lnTo>
                    <a:pt x="178057" y="125414"/>
                  </a:lnTo>
                  <a:lnTo>
                    <a:pt x="174960" y="122317"/>
                  </a:lnTo>
                  <a:lnTo>
                    <a:pt x="175734" y="117672"/>
                  </a:lnTo>
                  <a:lnTo>
                    <a:pt x="181928" y="111479"/>
                  </a:lnTo>
                  <a:lnTo>
                    <a:pt x="31617" y="111479"/>
                  </a:lnTo>
                  <a:lnTo>
                    <a:pt x="17660" y="137171"/>
                  </a:lnTo>
                  <a:lnTo>
                    <a:pt x="4566" y="179297"/>
                  </a:lnTo>
                  <a:lnTo>
                    <a:pt x="39" y="224120"/>
                  </a:lnTo>
                  <a:lnTo>
                    <a:pt x="0" y="224507"/>
                  </a:lnTo>
                  <a:lnTo>
                    <a:pt x="4566" y="269717"/>
                  </a:lnTo>
                  <a:lnTo>
                    <a:pt x="17660" y="311842"/>
                  </a:lnTo>
                  <a:lnTo>
                    <a:pt x="30776" y="3359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1447800"/>
            <a:ext cx="18150840" cy="7818755"/>
            <a:chOff x="0" y="1447800"/>
            <a:chExt cx="18150840" cy="781875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8714" y="9042151"/>
              <a:ext cx="239010" cy="2241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8699" y="2360653"/>
              <a:ext cx="7429500" cy="6896100"/>
            </a:xfrm>
            <a:custGeom>
              <a:avLst/>
              <a:gdLst/>
              <a:ahLst/>
              <a:cxnLst/>
              <a:rect l="l" t="t" r="r" b="b"/>
              <a:pathLst>
                <a:path w="7429500" h="6896100">
                  <a:moveTo>
                    <a:pt x="223085" y="6896099"/>
                  </a:moveTo>
                  <a:lnTo>
                    <a:pt x="146999" y="6879461"/>
                  </a:lnTo>
                  <a:lnTo>
                    <a:pt x="106014" y="6857580"/>
                  </a:lnTo>
                  <a:lnTo>
                    <a:pt x="69747" y="6827842"/>
                  </a:lnTo>
                  <a:lnTo>
                    <a:pt x="40010" y="6791575"/>
                  </a:lnTo>
                  <a:lnTo>
                    <a:pt x="18128" y="6750590"/>
                  </a:lnTo>
                  <a:lnTo>
                    <a:pt x="4620" y="6706136"/>
                  </a:lnTo>
                  <a:lnTo>
                    <a:pt x="0" y="6659464"/>
                  </a:lnTo>
                  <a:lnTo>
                    <a:pt x="0" y="238122"/>
                  </a:lnTo>
                  <a:lnTo>
                    <a:pt x="4620" y="191450"/>
                  </a:lnTo>
                  <a:lnTo>
                    <a:pt x="18128" y="146997"/>
                  </a:lnTo>
                  <a:lnTo>
                    <a:pt x="40010" y="106012"/>
                  </a:lnTo>
                  <a:lnTo>
                    <a:pt x="69747" y="69744"/>
                  </a:lnTo>
                  <a:lnTo>
                    <a:pt x="106015" y="40007"/>
                  </a:lnTo>
                  <a:lnTo>
                    <a:pt x="147000" y="18126"/>
                  </a:lnTo>
                  <a:lnTo>
                    <a:pt x="191453" y="4617"/>
                  </a:lnTo>
                  <a:lnTo>
                    <a:pt x="238125" y="0"/>
                  </a:lnTo>
                  <a:lnTo>
                    <a:pt x="7194498" y="0"/>
                  </a:lnTo>
                  <a:lnTo>
                    <a:pt x="7241171" y="4617"/>
                  </a:lnTo>
                  <a:lnTo>
                    <a:pt x="7285624" y="18125"/>
                  </a:lnTo>
                  <a:lnTo>
                    <a:pt x="7326609" y="40007"/>
                  </a:lnTo>
                  <a:lnTo>
                    <a:pt x="7362877" y="69744"/>
                  </a:lnTo>
                  <a:lnTo>
                    <a:pt x="7392614" y="106011"/>
                  </a:lnTo>
                  <a:lnTo>
                    <a:pt x="7414495" y="146997"/>
                  </a:lnTo>
                  <a:lnTo>
                    <a:pt x="7428004" y="191450"/>
                  </a:lnTo>
                  <a:lnTo>
                    <a:pt x="7429499" y="206564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360653"/>
              <a:ext cx="2233457" cy="68933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9015" y="1447800"/>
              <a:ext cx="10021823" cy="35509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4334" y="3036218"/>
            <a:ext cx="4744085" cy="553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ENHANCING</a:t>
            </a:r>
            <a:r>
              <a:rPr sz="1800" i="1" spc="-6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ACCESS</a:t>
            </a:r>
            <a:r>
              <a:rPr sz="1800" i="1" spc="-6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Complex</a:t>
            </a:r>
            <a:r>
              <a:rPr sz="2400" spc="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Passwords</a:t>
            </a:r>
            <a:endParaRPr sz="2400">
              <a:latin typeface="Trebuchet MS"/>
              <a:cs typeface="Trebuchet MS"/>
            </a:endParaRPr>
          </a:p>
          <a:p>
            <a:pPr marL="12700" marR="600710">
              <a:lnSpc>
                <a:spcPct val="116100"/>
              </a:lnSpc>
              <a:spcBef>
                <a:spcPts val="79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Strong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passwords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mix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letters,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numbers,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symbols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reduce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risk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unauthorized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access.rity.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Factor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85" dirty="0">
                <a:solidFill>
                  <a:srgbClr val="FFFFFF"/>
                </a:solidFill>
                <a:latin typeface="Trebuchet MS"/>
                <a:cs typeface="Trebuchet MS"/>
              </a:rPr>
              <a:t>(MFA)</a:t>
            </a:r>
            <a:endParaRPr sz="2400">
              <a:latin typeface="Trebuchet MS"/>
              <a:cs typeface="Trebuchet MS"/>
            </a:endParaRPr>
          </a:p>
          <a:p>
            <a:pPr marL="12700" marR="115570">
              <a:lnSpc>
                <a:spcPct val="116100"/>
              </a:lnSpc>
              <a:spcBef>
                <a:spcPts val="79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Adding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extra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authentication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layers,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like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 biometrics 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OTPs,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enhances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against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credential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theft.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Regular</a:t>
            </a:r>
            <a:r>
              <a:rPr sz="2400" spc="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Updates</a:t>
            </a:r>
            <a:endParaRPr sz="2400">
              <a:latin typeface="Trebuchet MS"/>
              <a:cs typeface="Trebuchet MS"/>
            </a:endParaRPr>
          </a:p>
          <a:p>
            <a:pPr marL="12700" marR="720090">
              <a:lnSpc>
                <a:spcPct val="116100"/>
              </a:lnSpc>
              <a:spcBef>
                <a:spcPts val="79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Changing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passwords</a:t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frequently</a:t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avoiding</a:t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reuse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minimizes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exposure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case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leaks.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70" dirty="0">
                <a:solidFill>
                  <a:srgbClr val="FFFFFF"/>
                </a:solidFill>
                <a:latin typeface="Trebuchet MS"/>
                <a:cs typeface="Trebuchet MS"/>
              </a:rPr>
              <a:t>Password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Managers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79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password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managers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helps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securely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store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manage complex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credentials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without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compromising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security.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8700" y="2587763"/>
            <a:ext cx="929005" cy="929005"/>
            <a:chOff x="1028700" y="2587763"/>
            <a:chExt cx="929005" cy="929005"/>
          </a:xfrm>
        </p:grpSpPr>
        <p:sp>
          <p:nvSpPr>
            <p:cNvPr id="16" name="object 16"/>
            <p:cNvSpPr/>
            <p:nvPr/>
          </p:nvSpPr>
          <p:spPr>
            <a:xfrm>
              <a:off x="1028700" y="2587763"/>
              <a:ext cx="929005" cy="929005"/>
            </a:xfrm>
            <a:custGeom>
              <a:avLst/>
              <a:gdLst/>
              <a:ahLst/>
              <a:cxnLst/>
              <a:rect l="l" t="t" r="r" b="b"/>
              <a:pathLst>
                <a:path w="929005" h="929004">
                  <a:moveTo>
                    <a:pt x="464444" y="928888"/>
                  </a:moveTo>
                  <a:lnTo>
                    <a:pt x="416957" y="926490"/>
                  </a:lnTo>
                  <a:lnTo>
                    <a:pt x="370842" y="919452"/>
                  </a:lnTo>
                  <a:lnTo>
                    <a:pt x="326332" y="908007"/>
                  </a:lnTo>
                  <a:lnTo>
                    <a:pt x="283661" y="892390"/>
                  </a:lnTo>
                  <a:lnTo>
                    <a:pt x="243062" y="872832"/>
                  </a:lnTo>
                  <a:lnTo>
                    <a:pt x="204769" y="849568"/>
                  </a:lnTo>
                  <a:lnTo>
                    <a:pt x="169014" y="822831"/>
                  </a:lnTo>
                  <a:lnTo>
                    <a:pt x="136032" y="792855"/>
                  </a:lnTo>
                  <a:lnTo>
                    <a:pt x="106056" y="759873"/>
                  </a:lnTo>
                  <a:lnTo>
                    <a:pt x="79319" y="724119"/>
                  </a:lnTo>
                  <a:lnTo>
                    <a:pt x="56055" y="685825"/>
                  </a:lnTo>
                  <a:lnTo>
                    <a:pt x="36498" y="645226"/>
                  </a:lnTo>
                  <a:lnTo>
                    <a:pt x="20880" y="602555"/>
                  </a:lnTo>
                  <a:lnTo>
                    <a:pt x="9435" y="558045"/>
                  </a:lnTo>
                  <a:lnTo>
                    <a:pt x="2397" y="511930"/>
                  </a:lnTo>
                  <a:lnTo>
                    <a:pt x="0" y="464444"/>
                  </a:lnTo>
                  <a:lnTo>
                    <a:pt x="2397" y="416957"/>
                  </a:lnTo>
                  <a:lnTo>
                    <a:pt x="9435" y="370842"/>
                  </a:lnTo>
                  <a:lnTo>
                    <a:pt x="20880" y="326332"/>
                  </a:lnTo>
                  <a:lnTo>
                    <a:pt x="36498" y="283661"/>
                  </a:lnTo>
                  <a:lnTo>
                    <a:pt x="56055" y="243062"/>
                  </a:lnTo>
                  <a:lnTo>
                    <a:pt x="79319" y="204769"/>
                  </a:lnTo>
                  <a:lnTo>
                    <a:pt x="106056" y="169014"/>
                  </a:lnTo>
                  <a:lnTo>
                    <a:pt x="136032" y="136032"/>
                  </a:lnTo>
                  <a:lnTo>
                    <a:pt x="169014" y="106056"/>
                  </a:lnTo>
                  <a:lnTo>
                    <a:pt x="204769" y="79319"/>
                  </a:lnTo>
                  <a:lnTo>
                    <a:pt x="243062" y="56055"/>
                  </a:lnTo>
                  <a:lnTo>
                    <a:pt x="283661" y="36498"/>
                  </a:lnTo>
                  <a:lnTo>
                    <a:pt x="326332" y="20880"/>
                  </a:lnTo>
                  <a:lnTo>
                    <a:pt x="370842" y="9435"/>
                  </a:lnTo>
                  <a:lnTo>
                    <a:pt x="416957" y="2397"/>
                  </a:lnTo>
                  <a:lnTo>
                    <a:pt x="464444" y="0"/>
                  </a:lnTo>
                  <a:lnTo>
                    <a:pt x="511930" y="2397"/>
                  </a:lnTo>
                  <a:lnTo>
                    <a:pt x="558045" y="9435"/>
                  </a:lnTo>
                  <a:lnTo>
                    <a:pt x="602555" y="20880"/>
                  </a:lnTo>
                  <a:lnTo>
                    <a:pt x="645226" y="36498"/>
                  </a:lnTo>
                  <a:lnTo>
                    <a:pt x="685825" y="56055"/>
                  </a:lnTo>
                  <a:lnTo>
                    <a:pt x="724119" y="79319"/>
                  </a:lnTo>
                  <a:lnTo>
                    <a:pt x="759873" y="106056"/>
                  </a:lnTo>
                  <a:lnTo>
                    <a:pt x="792855" y="136032"/>
                  </a:lnTo>
                  <a:lnTo>
                    <a:pt x="822831" y="169014"/>
                  </a:lnTo>
                  <a:lnTo>
                    <a:pt x="849568" y="204769"/>
                  </a:lnTo>
                  <a:lnTo>
                    <a:pt x="872832" y="243062"/>
                  </a:lnTo>
                  <a:lnTo>
                    <a:pt x="892390" y="283661"/>
                  </a:lnTo>
                  <a:lnTo>
                    <a:pt x="908007" y="326332"/>
                  </a:lnTo>
                  <a:lnTo>
                    <a:pt x="919452" y="370842"/>
                  </a:lnTo>
                  <a:lnTo>
                    <a:pt x="926490" y="416957"/>
                  </a:lnTo>
                  <a:lnTo>
                    <a:pt x="928888" y="464444"/>
                  </a:lnTo>
                  <a:lnTo>
                    <a:pt x="926490" y="511930"/>
                  </a:lnTo>
                  <a:lnTo>
                    <a:pt x="919452" y="558045"/>
                  </a:lnTo>
                  <a:lnTo>
                    <a:pt x="908007" y="602555"/>
                  </a:lnTo>
                  <a:lnTo>
                    <a:pt x="892390" y="645226"/>
                  </a:lnTo>
                  <a:lnTo>
                    <a:pt x="872832" y="685825"/>
                  </a:lnTo>
                  <a:lnTo>
                    <a:pt x="849568" y="724119"/>
                  </a:lnTo>
                  <a:lnTo>
                    <a:pt x="822831" y="759873"/>
                  </a:lnTo>
                  <a:lnTo>
                    <a:pt x="792855" y="792855"/>
                  </a:lnTo>
                  <a:lnTo>
                    <a:pt x="759873" y="822831"/>
                  </a:lnTo>
                  <a:lnTo>
                    <a:pt x="724119" y="849568"/>
                  </a:lnTo>
                  <a:lnTo>
                    <a:pt x="685825" y="872832"/>
                  </a:lnTo>
                  <a:lnTo>
                    <a:pt x="645226" y="892390"/>
                  </a:lnTo>
                  <a:lnTo>
                    <a:pt x="602555" y="908007"/>
                  </a:lnTo>
                  <a:lnTo>
                    <a:pt x="558045" y="919452"/>
                  </a:lnTo>
                  <a:lnTo>
                    <a:pt x="511930" y="926490"/>
                  </a:lnTo>
                  <a:lnTo>
                    <a:pt x="464444" y="928888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4465" y="2781620"/>
              <a:ext cx="474980" cy="541020"/>
            </a:xfrm>
            <a:custGeom>
              <a:avLst/>
              <a:gdLst/>
              <a:ahLst/>
              <a:cxnLst/>
              <a:rect l="l" t="t" r="r" b="b"/>
              <a:pathLst>
                <a:path w="474980" h="541020">
                  <a:moveTo>
                    <a:pt x="238745" y="540693"/>
                  </a:moveTo>
                  <a:lnTo>
                    <a:pt x="190629" y="535843"/>
                  </a:lnTo>
                  <a:lnTo>
                    <a:pt x="145814" y="521931"/>
                  </a:lnTo>
                  <a:lnTo>
                    <a:pt x="105260" y="499919"/>
                  </a:lnTo>
                  <a:lnTo>
                    <a:pt x="69926" y="470767"/>
                  </a:lnTo>
                  <a:lnTo>
                    <a:pt x="40774" y="435434"/>
                  </a:lnTo>
                  <a:lnTo>
                    <a:pt x="18761" y="394880"/>
                  </a:lnTo>
                  <a:lnTo>
                    <a:pt x="4850" y="350067"/>
                  </a:lnTo>
                  <a:lnTo>
                    <a:pt x="0" y="301954"/>
                  </a:lnTo>
                  <a:lnTo>
                    <a:pt x="0" y="67149"/>
                  </a:lnTo>
                  <a:lnTo>
                    <a:pt x="50794" y="33693"/>
                  </a:lnTo>
                  <a:lnTo>
                    <a:pt x="100320" y="14768"/>
                  </a:lnTo>
                  <a:lnTo>
                    <a:pt x="100576" y="14768"/>
                  </a:lnTo>
                  <a:lnTo>
                    <a:pt x="146276" y="5243"/>
                  </a:lnTo>
                  <a:lnTo>
                    <a:pt x="193486" y="896"/>
                  </a:lnTo>
                  <a:lnTo>
                    <a:pt x="196706" y="896"/>
                  </a:lnTo>
                  <a:lnTo>
                    <a:pt x="238721" y="0"/>
                  </a:lnTo>
                  <a:lnTo>
                    <a:pt x="285164" y="896"/>
                  </a:lnTo>
                  <a:lnTo>
                    <a:pt x="331531" y="5112"/>
                  </a:lnTo>
                  <a:lnTo>
                    <a:pt x="377837" y="14768"/>
                  </a:lnTo>
                  <a:lnTo>
                    <a:pt x="424094" y="31983"/>
                  </a:lnTo>
                  <a:lnTo>
                    <a:pt x="427033" y="33693"/>
                  </a:lnTo>
                  <a:lnTo>
                    <a:pt x="238763" y="33693"/>
                  </a:lnTo>
                  <a:lnTo>
                    <a:pt x="191623" y="34837"/>
                  </a:lnTo>
                  <a:lnTo>
                    <a:pt x="188447" y="34837"/>
                  </a:lnTo>
                  <a:lnTo>
                    <a:pt x="136374" y="40937"/>
                  </a:lnTo>
                  <a:lnTo>
                    <a:pt x="85498" y="55180"/>
                  </a:lnTo>
                  <a:lnTo>
                    <a:pt x="85299" y="55180"/>
                  </a:lnTo>
                  <a:lnTo>
                    <a:pt x="33785" y="81587"/>
                  </a:lnTo>
                  <a:lnTo>
                    <a:pt x="33693" y="301954"/>
                  </a:lnTo>
                  <a:lnTo>
                    <a:pt x="39108" y="348970"/>
                  </a:lnTo>
                  <a:lnTo>
                    <a:pt x="54534" y="392129"/>
                  </a:lnTo>
                  <a:lnTo>
                    <a:pt x="78739" y="430202"/>
                  </a:lnTo>
                  <a:lnTo>
                    <a:pt x="110493" y="461957"/>
                  </a:lnTo>
                  <a:lnTo>
                    <a:pt x="148566" y="486164"/>
                  </a:lnTo>
                  <a:lnTo>
                    <a:pt x="191727" y="501590"/>
                  </a:lnTo>
                  <a:lnTo>
                    <a:pt x="238745" y="507006"/>
                  </a:lnTo>
                  <a:lnTo>
                    <a:pt x="238745" y="540693"/>
                  </a:lnTo>
                  <a:close/>
                </a:path>
                <a:path w="474980" h="541020">
                  <a:moveTo>
                    <a:pt x="238745" y="540693"/>
                  </a:moveTo>
                  <a:lnTo>
                    <a:pt x="238745" y="507006"/>
                  </a:lnTo>
                  <a:lnTo>
                    <a:pt x="285761" y="501590"/>
                  </a:lnTo>
                  <a:lnTo>
                    <a:pt x="328921" y="486164"/>
                  </a:lnTo>
                  <a:lnTo>
                    <a:pt x="366994" y="461957"/>
                  </a:lnTo>
                  <a:lnTo>
                    <a:pt x="398749" y="430202"/>
                  </a:lnTo>
                  <a:lnTo>
                    <a:pt x="422955" y="392129"/>
                  </a:lnTo>
                  <a:lnTo>
                    <a:pt x="438381" y="348970"/>
                  </a:lnTo>
                  <a:lnTo>
                    <a:pt x="443797" y="301954"/>
                  </a:lnTo>
                  <a:lnTo>
                    <a:pt x="443797" y="81587"/>
                  </a:lnTo>
                  <a:lnTo>
                    <a:pt x="392656" y="55180"/>
                  </a:lnTo>
                  <a:lnTo>
                    <a:pt x="341420" y="40798"/>
                  </a:lnTo>
                  <a:lnTo>
                    <a:pt x="290114" y="34837"/>
                  </a:lnTo>
                  <a:lnTo>
                    <a:pt x="238763" y="33693"/>
                  </a:lnTo>
                  <a:lnTo>
                    <a:pt x="427033" y="33693"/>
                  </a:lnTo>
                  <a:lnTo>
                    <a:pt x="470247" y="58835"/>
                  </a:lnTo>
                  <a:lnTo>
                    <a:pt x="474462" y="61783"/>
                  </a:lnTo>
                  <a:lnTo>
                    <a:pt x="474462" y="331989"/>
                  </a:lnTo>
                  <a:lnTo>
                    <a:pt x="458728" y="394880"/>
                  </a:lnTo>
                  <a:lnTo>
                    <a:pt x="436716" y="435434"/>
                  </a:lnTo>
                  <a:lnTo>
                    <a:pt x="407563" y="470767"/>
                  </a:lnTo>
                  <a:lnTo>
                    <a:pt x="372230" y="499919"/>
                  </a:lnTo>
                  <a:lnTo>
                    <a:pt x="331675" y="521931"/>
                  </a:lnTo>
                  <a:lnTo>
                    <a:pt x="286860" y="535843"/>
                  </a:lnTo>
                  <a:lnTo>
                    <a:pt x="238745" y="5406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7604" y="2923559"/>
              <a:ext cx="211212" cy="2568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105599"/>
              <a:ext cx="8115299" cy="36500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699" y="5255449"/>
              <a:ext cx="515620" cy="515620"/>
            </a:xfrm>
            <a:custGeom>
              <a:avLst/>
              <a:gdLst/>
              <a:ahLst/>
              <a:cxnLst/>
              <a:rect l="l" t="t" r="r" b="b"/>
              <a:pathLst>
                <a:path w="515619" h="515620">
                  <a:moveTo>
                    <a:pt x="257621" y="515242"/>
                  </a:moveTo>
                  <a:lnTo>
                    <a:pt x="303891" y="511087"/>
                  </a:lnTo>
                  <a:lnTo>
                    <a:pt x="347455" y="499108"/>
                  </a:lnTo>
                  <a:lnTo>
                    <a:pt x="387583" y="480037"/>
                  </a:lnTo>
                  <a:lnTo>
                    <a:pt x="423544" y="454606"/>
                  </a:lnTo>
                  <a:lnTo>
                    <a:pt x="454606" y="423544"/>
                  </a:lnTo>
                  <a:lnTo>
                    <a:pt x="480037" y="387583"/>
                  </a:lnTo>
                  <a:lnTo>
                    <a:pt x="499108" y="347455"/>
                  </a:lnTo>
                  <a:lnTo>
                    <a:pt x="511087" y="303891"/>
                  </a:lnTo>
                  <a:lnTo>
                    <a:pt x="515242" y="257621"/>
                  </a:lnTo>
                  <a:lnTo>
                    <a:pt x="511087" y="211351"/>
                  </a:lnTo>
                  <a:lnTo>
                    <a:pt x="499108" y="167787"/>
                  </a:lnTo>
                  <a:lnTo>
                    <a:pt x="480163" y="127922"/>
                  </a:lnTo>
                  <a:lnTo>
                    <a:pt x="480037" y="127659"/>
                  </a:lnTo>
                  <a:lnTo>
                    <a:pt x="454606" y="91698"/>
                  </a:lnTo>
                  <a:lnTo>
                    <a:pt x="423544" y="60636"/>
                  </a:lnTo>
                  <a:lnTo>
                    <a:pt x="387583" y="35204"/>
                  </a:lnTo>
                  <a:lnTo>
                    <a:pt x="347455" y="16134"/>
                  </a:lnTo>
                  <a:lnTo>
                    <a:pt x="303891" y="4155"/>
                  </a:lnTo>
                  <a:lnTo>
                    <a:pt x="257621" y="0"/>
                  </a:lnTo>
                  <a:lnTo>
                    <a:pt x="211351" y="4155"/>
                  </a:lnTo>
                  <a:lnTo>
                    <a:pt x="167787" y="16134"/>
                  </a:lnTo>
                  <a:lnTo>
                    <a:pt x="127659" y="35204"/>
                  </a:lnTo>
                  <a:lnTo>
                    <a:pt x="91698" y="60636"/>
                  </a:lnTo>
                  <a:lnTo>
                    <a:pt x="60636" y="91698"/>
                  </a:lnTo>
                  <a:lnTo>
                    <a:pt x="35204" y="127659"/>
                  </a:lnTo>
                  <a:lnTo>
                    <a:pt x="35079" y="127922"/>
                  </a:lnTo>
                  <a:lnTo>
                    <a:pt x="208762" y="127922"/>
                  </a:lnTo>
                  <a:lnTo>
                    <a:pt x="214092" y="128810"/>
                  </a:lnTo>
                  <a:lnTo>
                    <a:pt x="217645" y="132364"/>
                  </a:lnTo>
                  <a:lnTo>
                    <a:pt x="304703" y="237189"/>
                  </a:lnTo>
                  <a:lnTo>
                    <a:pt x="310200" y="246683"/>
                  </a:lnTo>
                  <a:lnTo>
                    <a:pt x="312032" y="257177"/>
                  </a:lnTo>
                  <a:lnTo>
                    <a:pt x="310200" y="267670"/>
                  </a:lnTo>
                  <a:lnTo>
                    <a:pt x="304703" y="277165"/>
                  </a:lnTo>
                  <a:lnTo>
                    <a:pt x="218534" y="381990"/>
                  </a:lnTo>
                  <a:lnTo>
                    <a:pt x="216757" y="384655"/>
                  </a:lnTo>
                  <a:lnTo>
                    <a:pt x="214092" y="385543"/>
                  </a:lnTo>
                  <a:lnTo>
                    <a:pt x="34235" y="385543"/>
                  </a:lnTo>
                  <a:lnTo>
                    <a:pt x="35204" y="387583"/>
                  </a:lnTo>
                  <a:lnTo>
                    <a:pt x="60636" y="423544"/>
                  </a:lnTo>
                  <a:lnTo>
                    <a:pt x="91698" y="454606"/>
                  </a:lnTo>
                  <a:lnTo>
                    <a:pt x="127659" y="480037"/>
                  </a:lnTo>
                  <a:lnTo>
                    <a:pt x="167787" y="499108"/>
                  </a:lnTo>
                  <a:lnTo>
                    <a:pt x="211351" y="511087"/>
                  </a:lnTo>
                  <a:lnTo>
                    <a:pt x="257621" y="515242"/>
                  </a:lnTo>
                  <a:close/>
                </a:path>
                <a:path w="515619" h="515620">
                  <a:moveTo>
                    <a:pt x="34235" y="385543"/>
                  </a:moveTo>
                  <a:lnTo>
                    <a:pt x="207873" y="385543"/>
                  </a:lnTo>
                  <a:lnTo>
                    <a:pt x="206097" y="383767"/>
                  </a:lnTo>
                  <a:lnTo>
                    <a:pt x="202543" y="381102"/>
                  </a:lnTo>
                  <a:lnTo>
                    <a:pt x="201655" y="374883"/>
                  </a:lnTo>
                  <a:lnTo>
                    <a:pt x="205208" y="371330"/>
                  </a:lnTo>
                  <a:lnTo>
                    <a:pt x="291378" y="266504"/>
                  </a:lnTo>
                  <a:lnTo>
                    <a:pt x="295820" y="261174"/>
                  </a:lnTo>
                  <a:lnTo>
                    <a:pt x="295820" y="254068"/>
                  </a:lnTo>
                  <a:lnTo>
                    <a:pt x="204320" y="143912"/>
                  </a:lnTo>
                  <a:lnTo>
                    <a:pt x="200767" y="140359"/>
                  </a:lnTo>
                  <a:lnTo>
                    <a:pt x="201655" y="135029"/>
                  </a:lnTo>
                  <a:lnTo>
                    <a:pt x="208762" y="127922"/>
                  </a:lnTo>
                  <a:lnTo>
                    <a:pt x="35079" y="127922"/>
                  </a:lnTo>
                  <a:lnTo>
                    <a:pt x="16134" y="167787"/>
                  </a:lnTo>
                  <a:lnTo>
                    <a:pt x="4155" y="211351"/>
                  </a:lnTo>
                  <a:lnTo>
                    <a:pt x="39" y="257177"/>
                  </a:lnTo>
                  <a:lnTo>
                    <a:pt x="0" y="257621"/>
                  </a:lnTo>
                  <a:lnTo>
                    <a:pt x="4155" y="303891"/>
                  </a:lnTo>
                  <a:lnTo>
                    <a:pt x="16134" y="347455"/>
                  </a:lnTo>
                  <a:lnTo>
                    <a:pt x="34235" y="385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290875" y="2096074"/>
            <a:ext cx="6978015" cy="8201025"/>
            <a:chOff x="10290875" y="2096074"/>
            <a:chExt cx="6978015" cy="8201025"/>
          </a:xfrm>
        </p:grpSpPr>
        <p:sp>
          <p:nvSpPr>
            <p:cNvPr id="6" name="object 6"/>
            <p:cNvSpPr/>
            <p:nvPr/>
          </p:nvSpPr>
          <p:spPr>
            <a:xfrm>
              <a:off x="10300400" y="2105599"/>
              <a:ext cx="6958965" cy="8181975"/>
            </a:xfrm>
            <a:custGeom>
              <a:avLst/>
              <a:gdLst/>
              <a:ahLst/>
              <a:cxnLst/>
              <a:rect l="l" t="t" r="r" b="b"/>
              <a:pathLst>
                <a:path w="6958965" h="8181975">
                  <a:moveTo>
                    <a:pt x="0" y="8181399"/>
                  </a:moveTo>
                  <a:lnTo>
                    <a:pt x="0" y="238185"/>
                  </a:lnTo>
                  <a:lnTo>
                    <a:pt x="4617" y="191513"/>
                  </a:lnTo>
                  <a:lnTo>
                    <a:pt x="18125" y="147060"/>
                  </a:lnTo>
                  <a:lnTo>
                    <a:pt x="40007" y="106076"/>
                  </a:lnTo>
                  <a:lnTo>
                    <a:pt x="69744" y="69809"/>
                  </a:lnTo>
                  <a:lnTo>
                    <a:pt x="106011" y="40072"/>
                  </a:lnTo>
                  <a:lnTo>
                    <a:pt x="146995" y="18191"/>
                  </a:lnTo>
                  <a:lnTo>
                    <a:pt x="191448" y="4682"/>
                  </a:lnTo>
                  <a:lnTo>
                    <a:pt x="238120" y="0"/>
                  </a:lnTo>
                  <a:lnTo>
                    <a:pt x="6720635" y="0"/>
                  </a:lnTo>
                  <a:lnTo>
                    <a:pt x="6767307" y="4682"/>
                  </a:lnTo>
                  <a:lnTo>
                    <a:pt x="6811760" y="18190"/>
                  </a:lnTo>
                  <a:lnTo>
                    <a:pt x="6852744" y="40072"/>
                  </a:lnTo>
                  <a:lnTo>
                    <a:pt x="6889012" y="69809"/>
                  </a:lnTo>
                  <a:lnTo>
                    <a:pt x="6918749" y="106076"/>
                  </a:lnTo>
                  <a:lnTo>
                    <a:pt x="6940630" y="147060"/>
                  </a:lnTo>
                  <a:lnTo>
                    <a:pt x="6954138" y="191513"/>
                  </a:lnTo>
                  <a:lnTo>
                    <a:pt x="6958755" y="238185"/>
                  </a:lnTo>
                  <a:lnTo>
                    <a:pt x="6958755" y="81813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0400" y="7828011"/>
              <a:ext cx="6951966" cy="245898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56503"/>
            <a:ext cx="10186415" cy="473049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020073" y="2725913"/>
            <a:ext cx="5490210" cy="444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HOW</a:t>
            </a:r>
            <a:r>
              <a:rPr sz="1800" i="1" spc="-10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TO</a:t>
            </a:r>
            <a:r>
              <a:rPr sz="1800" i="1" spc="-9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STAY</a:t>
            </a:r>
            <a:r>
              <a:rPr sz="1800" i="1" spc="-10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SAFE</a:t>
            </a:r>
            <a:r>
              <a:rPr sz="1800" i="1" spc="-9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ONLINE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Recognizing</a:t>
            </a:r>
            <a:r>
              <a:rPr sz="2400" spc="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65" dirty="0">
                <a:solidFill>
                  <a:srgbClr val="FFFFFF"/>
                </a:solidFill>
                <a:latin typeface="Trebuchet MS"/>
                <a:cs typeface="Trebuchet MS"/>
              </a:rPr>
              <a:t>Suspicious</a:t>
            </a:r>
            <a:r>
              <a:rPr sz="2400" spc="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Links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143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Avoid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clicking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unknown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links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downloading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unverified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files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prevent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malware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infections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attacks.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190" dirty="0">
                <a:solidFill>
                  <a:srgbClr val="FFFFFF"/>
                </a:solidFill>
                <a:latin typeface="Trebuchet MS"/>
                <a:cs typeface="Trebuchet MS"/>
              </a:rPr>
              <a:t>HTTPS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Websites</a:t>
            </a:r>
            <a:endParaRPr sz="2400">
              <a:latin typeface="Trebuchet MS"/>
              <a:cs typeface="Trebuchet MS"/>
            </a:endParaRPr>
          </a:p>
          <a:p>
            <a:pPr marL="12700" marR="31115">
              <a:lnSpc>
                <a:spcPct val="116100"/>
              </a:lnSpc>
              <a:spcBef>
                <a:spcPts val="143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Ensuring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websites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>HTTPS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encryption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protects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sensitive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data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from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interception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eavesdropping.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Avoiding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Public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Wi-Fi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105" dirty="0">
                <a:solidFill>
                  <a:srgbClr val="FFFFFF"/>
                </a:solidFill>
                <a:latin typeface="Trebuchet MS"/>
                <a:cs typeface="Trebuchet MS"/>
              </a:rPr>
              <a:t>Risks</a:t>
            </a:r>
            <a:endParaRPr sz="2400">
              <a:latin typeface="Trebuchet MS"/>
              <a:cs typeface="Trebuchet MS"/>
            </a:endParaRPr>
          </a:p>
          <a:p>
            <a:pPr marL="12700" marR="101600">
              <a:lnSpc>
                <a:spcPct val="116100"/>
              </a:lnSpc>
              <a:spcBef>
                <a:spcPts val="143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Public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networks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vulnerable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threats;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14" dirty="0">
                <a:solidFill>
                  <a:srgbClr val="FFFFFF"/>
                </a:solidFill>
                <a:latin typeface="Trebuchet MS"/>
                <a:cs typeface="Trebuchet MS"/>
              </a:rPr>
              <a:t>VPNs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secured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connections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prevents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unauthorized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data.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467009" y="7828012"/>
            <a:ext cx="1131570" cy="1131570"/>
            <a:chOff x="10467009" y="7828012"/>
            <a:chExt cx="1131570" cy="1131570"/>
          </a:xfrm>
        </p:grpSpPr>
        <p:sp>
          <p:nvSpPr>
            <p:cNvPr id="15" name="object 15"/>
            <p:cNvSpPr/>
            <p:nvPr/>
          </p:nvSpPr>
          <p:spPr>
            <a:xfrm>
              <a:off x="10467009" y="7828012"/>
              <a:ext cx="1131570" cy="1131570"/>
            </a:xfrm>
            <a:custGeom>
              <a:avLst/>
              <a:gdLst/>
              <a:ahLst/>
              <a:cxnLst/>
              <a:rect l="l" t="t" r="r" b="b"/>
              <a:pathLst>
                <a:path w="1131570" h="1131570">
                  <a:moveTo>
                    <a:pt x="565763" y="1131526"/>
                  </a:moveTo>
                  <a:lnTo>
                    <a:pt x="516947" y="1129450"/>
                  </a:lnTo>
                  <a:lnTo>
                    <a:pt x="469284" y="1123333"/>
                  </a:lnTo>
                  <a:lnTo>
                    <a:pt x="422944" y="1113345"/>
                  </a:lnTo>
                  <a:lnTo>
                    <a:pt x="378096" y="1099658"/>
                  </a:lnTo>
                  <a:lnTo>
                    <a:pt x="334911" y="1082439"/>
                  </a:lnTo>
                  <a:lnTo>
                    <a:pt x="293559" y="1061860"/>
                  </a:lnTo>
                  <a:lnTo>
                    <a:pt x="254209" y="1038090"/>
                  </a:lnTo>
                  <a:lnTo>
                    <a:pt x="217031" y="1011298"/>
                  </a:lnTo>
                  <a:lnTo>
                    <a:pt x="182195" y="981656"/>
                  </a:lnTo>
                  <a:lnTo>
                    <a:pt x="149870" y="949331"/>
                  </a:lnTo>
                  <a:lnTo>
                    <a:pt x="120227" y="914495"/>
                  </a:lnTo>
                  <a:lnTo>
                    <a:pt x="93436" y="877317"/>
                  </a:lnTo>
                  <a:lnTo>
                    <a:pt x="69666" y="837967"/>
                  </a:lnTo>
                  <a:lnTo>
                    <a:pt x="49086" y="796614"/>
                  </a:lnTo>
                  <a:lnTo>
                    <a:pt x="31868" y="753430"/>
                  </a:lnTo>
                  <a:lnTo>
                    <a:pt x="18180" y="708582"/>
                  </a:lnTo>
                  <a:lnTo>
                    <a:pt x="8193" y="662242"/>
                  </a:lnTo>
                  <a:lnTo>
                    <a:pt x="2076" y="614579"/>
                  </a:lnTo>
                  <a:lnTo>
                    <a:pt x="0" y="565763"/>
                  </a:lnTo>
                  <a:lnTo>
                    <a:pt x="2076" y="516947"/>
                  </a:lnTo>
                  <a:lnTo>
                    <a:pt x="8193" y="469284"/>
                  </a:lnTo>
                  <a:lnTo>
                    <a:pt x="18180" y="422943"/>
                  </a:lnTo>
                  <a:lnTo>
                    <a:pt x="31868" y="378096"/>
                  </a:lnTo>
                  <a:lnTo>
                    <a:pt x="49086" y="334911"/>
                  </a:lnTo>
                  <a:lnTo>
                    <a:pt x="69666" y="293559"/>
                  </a:lnTo>
                  <a:lnTo>
                    <a:pt x="93436" y="254209"/>
                  </a:lnTo>
                  <a:lnTo>
                    <a:pt x="120227" y="217031"/>
                  </a:lnTo>
                  <a:lnTo>
                    <a:pt x="149870" y="182195"/>
                  </a:lnTo>
                  <a:lnTo>
                    <a:pt x="182195" y="149870"/>
                  </a:lnTo>
                  <a:lnTo>
                    <a:pt x="217031" y="120227"/>
                  </a:lnTo>
                  <a:lnTo>
                    <a:pt x="254209" y="93436"/>
                  </a:lnTo>
                  <a:lnTo>
                    <a:pt x="293559" y="69666"/>
                  </a:lnTo>
                  <a:lnTo>
                    <a:pt x="334911" y="49086"/>
                  </a:lnTo>
                  <a:lnTo>
                    <a:pt x="378096" y="31868"/>
                  </a:lnTo>
                  <a:lnTo>
                    <a:pt x="422944" y="18180"/>
                  </a:lnTo>
                  <a:lnTo>
                    <a:pt x="469284" y="8193"/>
                  </a:lnTo>
                  <a:lnTo>
                    <a:pt x="516947" y="2076"/>
                  </a:lnTo>
                  <a:lnTo>
                    <a:pt x="565763" y="0"/>
                  </a:lnTo>
                  <a:lnTo>
                    <a:pt x="614579" y="2076"/>
                  </a:lnTo>
                  <a:lnTo>
                    <a:pt x="662242" y="8193"/>
                  </a:lnTo>
                  <a:lnTo>
                    <a:pt x="708583" y="18180"/>
                  </a:lnTo>
                  <a:lnTo>
                    <a:pt x="753430" y="31868"/>
                  </a:lnTo>
                  <a:lnTo>
                    <a:pt x="796615" y="49086"/>
                  </a:lnTo>
                  <a:lnTo>
                    <a:pt x="837967" y="69666"/>
                  </a:lnTo>
                  <a:lnTo>
                    <a:pt x="877317" y="93436"/>
                  </a:lnTo>
                  <a:lnTo>
                    <a:pt x="914495" y="120227"/>
                  </a:lnTo>
                  <a:lnTo>
                    <a:pt x="949331" y="149870"/>
                  </a:lnTo>
                  <a:lnTo>
                    <a:pt x="981656" y="182195"/>
                  </a:lnTo>
                  <a:lnTo>
                    <a:pt x="1011299" y="217031"/>
                  </a:lnTo>
                  <a:lnTo>
                    <a:pt x="1038090" y="254209"/>
                  </a:lnTo>
                  <a:lnTo>
                    <a:pt x="1061860" y="293559"/>
                  </a:lnTo>
                  <a:lnTo>
                    <a:pt x="1082440" y="334911"/>
                  </a:lnTo>
                  <a:lnTo>
                    <a:pt x="1099658" y="378096"/>
                  </a:lnTo>
                  <a:lnTo>
                    <a:pt x="1113346" y="422943"/>
                  </a:lnTo>
                  <a:lnTo>
                    <a:pt x="1123333" y="469284"/>
                  </a:lnTo>
                  <a:lnTo>
                    <a:pt x="1129450" y="516947"/>
                  </a:lnTo>
                  <a:lnTo>
                    <a:pt x="1131526" y="565763"/>
                  </a:lnTo>
                  <a:lnTo>
                    <a:pt x="1129450" y="614579"/>
                  </a:lnTo>
                  <a:lnTo>
                    <a:pt x="1123333" y="662242"/>
                  </a:lnTo>
                  <a:lnTo>
                    <a:pt x="1113346" y="708582"/>
                  </a:lnTo>
                  <a:lnTo>
                    <a:pt x="1099658" y="753430"/>
                  </a:lnTo>
                  <a:lnTo>
                    <a:pt x="1082440" y="796614"/>
                  </a:lnTo>
                  <a:lnTo>
                    <a:pt x="1061860" y="837967"/>
                  </a:lnTo>
                  <a:lnTo>
                    <a:pt x="1038090" y="877317"/>
                  </a:lnTo>
                  <a:lnTo>
                    <a:pt x="1011299" y="914495"/>
                  </a:lnTo>
                  <a:lnTo>
                    <a:pt x="981656" y="949331"/>
                  </a:lnTo>
                  <a:lnTo>
                    <a:pt x="949331" y="981656"/>
                  </a:lnTo>
                  <a:lnTo>
                    <a:pt x="914495" y="1011298"/>
                  </a:lnTo>
                  <a:lnTo>
                    <a:pt x="877317" y="1038090"/>
                  </a:lnTo>
                  <a:lnTo>
                    <a:pt x="837967" y="1061860"/>
                  </a:lnTo>
                  <a:lnTo>
                    <a:pt x="796615" y="1082439"/>
                  </a:lnTo>
                  <a:lnTo>
                    <a:pt x="753430" y="1099658"/>
                  </a:lnTo>
                  <a:lnTo>
                    <a:pt x="708583" y="1113345"/>
                  </a:lnTo>
                  <a:lnTo>
                    <a:pt x="662242" y="1123333"/>
                  </a:lnTo>
                  <a:lnTo>
                    <a:pt x="614579" y="1129450"/>
                  </a:lnTo>
                  <a:lnTo>
                    <a:pt x="565763" y="1131526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742016" y="8064169"/>
              <a:ext cx="582295" cy="659130"/>
            </a:xfrm>
            <a:custGeom>
              <a:avLst/>
              <a:gdLst/>
              <a:ahLst/>
              <a:cxnLst/>
              <a:rect l="l" t="t" r="r" b="b"/>
              <a:pathLst>
                <a:path w="582295" h="659129">
                  <a:moveTo>
                    <a:pt x="419493" y="314236"/>
                  </a:moveTo>
                  <a:lnTo>
                    <a:pt x="417880" y="306247"/>
                  </a:lnTo>
                  <a:lnTo>
                    <a:pt x="413486" y="299720"/>
                  </a:lnTo>
                  <a:lnTo>
                    <a:pt x="406958" y="295325"/>
                  </a:lnTo>
                  <a:lnTo>
                    <a:pt x="398970" y="293712"/>
                  </a:lnTo>
                  <a:lnTo>
                    <a:pt x="182714" y="293712"/>
                  </a:lnTo>
                  <a:lnTo>
                    <a:pt x="174726" y="295325"/>
                  </a:lnTo>
                  <a:lnTo>
                    <a:pt x="168198" y="299720"/>
                  </a:lnTo>
                  <a:lnTo>
                    <a:pt x="163804" y="306247"/>
                  </a:lnTo>
                  <a:lnTo>
                    <a:pt x="162191" y="314236"/>
                  </a:lnTo>
                  <a:lnTo>
                    <a:pt x="162191" y="465251"/>
                  </a:lnTo>
                  <a:lnTo>
                    <a:pt x="163804" y="473240"/>
                  </a:lnTo>
                  <a:lnTo>
                    <a:pt x="168198" y="479767"/>
                  </a:lnTo>
                  <a:lnTo>
                    <a:pt x="174726" y="484162"/>
                  </a:lnTo>
                  <a:lnTo>
                    <a:pt x="182714" y="485775"/>
                  </a:lnTo>
                  <a:lnTo>
                    <a:pt x="398970" y="485775"/>
                  </a:lnTo>
                  <a:lnTo>
                    <a:pt x="406958" y="484162"/>
                  </a:lnTo>
                  <a:lnTo>
                    <a:pt x="413486" y="479767"/>
                  </a:lnTo>
                  <a:lnTo>
                    <a:pt x="417880" y="473240"/>
                  </a:lnTo>
                  <a:lnTo>
                    <a:pt x="419493" y="465251"/>
                  </a:lnTo>
                  <a:lnTo>
                    <a:pt x="419493" y="314236"/>
                  </a:lnTo>
                  <a:close/>
                </a:path>
                <a:path w="582295" h="659129">
                  <a:moveTo>
                    <a:pt x="581685" y="367842"/>
                  </a:moveTo>
                  <a:lnTo>
                    <a:pt x="581672" y="81800"/>
                  </a:lnTo>
                  <a:lnTo>
                    <a:pt x="578345" y="75501"/>
                  </a:lnTo>
                  <a:lnTo>
                    <a:pt x="572871" y="71666"/>
                  </a:lnTo>
                  <a:lnTo>
                    <a:pt x="540639" y="52311"/>
                  </a:lnTo>
                  <a:lnTo>
                    <a:pt x="540639" y="99390"/>
                  </a:lnTo>
                  <a:lnTo>
                    <a:pt x="540639" y="367842"/>
                  </a:lnTo>
                  <a:lnTo>
                    <a:pt x="536613" y="412737"/>
                  </a:lnTo>
                  <a:lnTo>
                    <a:pt x="525018" y="455002"/>
                  </a:lnTo>
                  <a:lnTo>
                    <a:pt x="506539" y="493915"/>
                  </a:lnTo>
                  <a:lnTo>
                    <a:pt x="481888" y="528777"/>
                  </a:lnTo>
                  <a:lnTo>
                    <a:pt x="451789" y="558888"/>
                  </a:lnTo>
                  <a:lnTo>
                    <a:pt x="416915" y="583539"/>
                  </a:lnTo>
                  <a:lnTo>
                    <a:pt x="378002" y="602018"/>
                  </a:lnTo>
                  <a:lnTo>
                    <a:pt x="335749" y="613613"/>
                  </a:lnTo>
                  <a:lnTo>
                    <a:pt x="290842" y="617639"/>
                  </a:lnTo>
                  <a:lnTo>
                    <a:pt x="245935" y="613613"/>
                  </a:lnTo>
                  <a:lnTo>
                    <a:pt x="203682" y="602018"/>
                  </a:lnTo>
                  <a:lnTo>
                    <a:pt x="164769" y="583539"/>
                  </a:lnTo>
                  <a:lnTo>
                    <a:pt x="129895" y="558888"/>
                  </a:lnTo>
                  <a:lnTo>
                    <a:pt x="99796" y="528777"/>
                  </a:lnTo>
                  <a:lnTo>
                    <a:pt x="75145" y="493915"/>
                  </a:lnTo>
                  <a:lnTo>
                    <a:pt x="56667" y="455002"/>
                  </a:lnTo>
                  <a:lnTo>
                    <a:pt x="45072" y="412737"/>
                  </a:lnTo>
                  <a:lnTo>
                    <a:pt x="41046" y="367842"/>
                  </a:lnTo>
                  <a:lnTo>
                    <a:pt x="41148" y="99390"/>
                  </a:lnTo>
                  <a:lnTo>
                    <a:pt x="91109" y="72478"/>
                  </a:lnTo>
                  <a:lnTo>
                    <a:pt x="141135" y="55397"/>
                  </a:lnTo>
                  <a:lnTo>
                    <a:pt x="191122" y="45961"/>
                  </a:lnTo>
                  <a:lnTo>
                    <a:pt x="242265" y="41833"/>
                  </a:lnTo>
                  <a:lnTo>
                    <a:pt x="246659" y="41833"/>
                  </a:lnTo>
                  <a:lnTo>
                    <a:pt x="290868" y="41046"/>
                  </a:lnTo>
                  <a:lnTo>
                    <a:pt x="340918" y="41833"/>
                  </a:lnTo>
                  <a:lnTo>
                    <a:pt x="390931" y="45808"/>
                  </a:lnTo>
                  <a:lnTo>
                    <a:pt x="440905" y="55232"/>
                  </a:lnTo>
                  <a:lnTo>
                    <a:pt x="490816" y="72339"/>
                  </a:lnTo>
                  <a:lnTo>
                    <a:pt x="540639" y="99390"/>
                  </a:lnTo>
                  <a:lnTo>
                    <a:pt x="540639" y="52311"/>
                  </a:lnTo>
                  <a:lnTo>
                    <a:pt x="526034" y="43535"/>
                  </a:lnTo>
                  <a:lnTo>
                    <a:pt x="520103" y="41046"/>
                  </a:lnTo>
                  <a:lnTo>
                    <a:pt x="479082" y="23825"/>
                  </a:lnTo>
                  <a:lnTo>
                    <a:pt x="432092" y="11112"/>
                  </a:lnTo>
                  <a:lnTo>
                    <a:pt x="385064" y="3898"/>
                  </a:lnTo>
                  <a:lnTo>
                    <a:pt x="337972" y="698"/>
                  </a:lnTo>
                  <a:lnTo>
                    <a:pt x="290817" y="0"/>
                  </a:lnTo>
                  <a:lnTo>
                    <a:pt x="249516" y="698"/>
                  </a:lnTo>
                  <a:lnTo>
                    <a:pt x="245275" y="698"/>
                  </a:lnTo>
                  <a:lnTo>
                    <a:pt x="196977" y="4051"/>
                  </a:lnTo>
                  <a:lnTo>
                    <a:pt x="150012" y="11277"/>
                  </a:lnTo>
                  <a:lnTo>
                    <a:pt x="102997" y="23964"/>
                  </a:lnTo>
                  <a:lnTo>
                    <a:pt x="56083" y="43535"/>
                  </a:lnTo>
                  <a:lnTo>
                    <a:pt x="8801" y="71666"/>
                  </a:lnTo>
                  <a:lnTo>
                    <a:pt x="0" y="81800"/>
                  </a:lnTo>
                  <a:lnTo>
                    <a:pt x="0" y="367842"/>
                  </a:lnTo>
                  <a:lnTo>
                    <a:pt x="3810" y="415010"/>
                  </a:lnTo>
                  <a:lnTo>
                    <a:pt x="14833" y="459765"/>
                  </a:lnTo>
                  <a:lnTo>
                    <a:pt x="32461" y="501497"/>
                  </a:lnTo>
                  <a:lnTo>
                    <a:pt x="56121" y="539610"/>
                  </a:lnTo>
                  <a:lnTo>
                    <a:pt x="85191" y="573493"/>
                  </a:lnTo>
                  <a:lnTo>
                    <a:pt x="119075" y="602564"/>
                  </a:lnTo>
                  <a:lnTo>
                    <a:pt x="157187" y="626211"/>
                  </a:lnTo>
                  <a:lnTo>
                    <a:pt x="198920" y="643851"/>
                  </a:lnTo>
                  <a:lnTo>
                    <a:pt x="243662" y="654875"/>
                  </a:lnTo>
                  <a:lnTo>
                    <a:pt x="290842" y="658672"/>
                  </a:lnTo>
                  <a:lnTo>
                    <a:pt x="338023" y="654875"/>
                  </a:lnTo>
                  <a:lnTo>
                    <a:pt x="382778" y="643851"/>
                  </a:lnTo>
                  <a:lnTo>
                    <a:pt x="424497" y="626211"/>
                  </a:lnTo>
                  <a:lnTo>
                    <a:pt x="462610" y="602564"/>
                  </a:lnTo>
                  <a:lnTo>
                    <a:pt x="496506" y="573493"/>
                  </a:lnTo>
                  <a:lnTo>
                    <a:pt x="525576" y="539610"/>
                  </a:lnTo>
                  <a:lnTo>
                    <a:pt x="549224" y="501497"/>
                  </a:lnTo>
                  <a:lnTo>
                    <a:pt x="566864" y="459765"/>
                  </a:lnTo>
                  <a:lnTo>
                    <a:pt x="577875" y="415010"/>
                  </a:lnTo>
                  <a:lnTo>
                    <a:pt x="581685" y="367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31247" y="8237071"/>
              <a:ext cx="203238" cy="1618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96525"/>
            <a:chOff x="0" y="0"/>
            <a:chExt cx="18288000" cy="10296525"/>
          </a:xfrm>
        </p:grpSpPr>
        <p:sp>
          <p:nvSpPr>
            <p:cNvPr id="3" name="object 3"/>
            <p:cNvSpPr/>
            <p:nvPr/>
          </p:nvSpPr>
          <p:spPr>
            <a:xfrm>
              <a:off x="1032382" y="5826452"/>
              <a:ext cx="5667375" cy="4460875"/>
            </a:xfrm>
            <a:custGeom>
              <a:avLst/>
              <a:gdLst/>
              <a:ahLst/>
              <a:cxnLst/>
              <a:rect l="l" t="t" r="r" b="b"/>
              <a:pathLst>
                <a:path w="5667375" h="4460875">
                  <a:moveTo>
                    <a:pt x="5667374" y="4381713"/>
                  </a:moveTo>
                  <a:lnTo>
                    <a:pt x="5664840" y="4407326"/>
                  </a:lnTo>
                  <a:lnTo>
                    <a:pt x="5651332" y="4451779"/>
                  </a:lnTo>
                  <a:lnTo>
                    <a:pt x="5646650" y="4460547"/>
                  </a:lnTo>
                </a:path>
                <a:path w="5667375" h="4460875">
                  <a:moveTo>
                    <a:pt x="22807" y="4460547"/>
                  </a:moveTo>
                  <a:lnTo>
                    <a:pt x="18125" y="4451779"/>
                  </a:lnTo>
                  <a:lnTo>
                    <a:pt x="4617" y="4407326"/>
                  </a:lnTo>
                  <a:lnTo>
                    <a:pt x="0" y="4360653"/>
                  </a:lnTo>
                  <a:lnTo>
                    <a:pt x="0" y="238133"/>
                  </a:lnTo>
                  <a:lnTo>
                    <a:pt x="4617" y="191461"/>
                  </a:lnTo>
                  <a:lnTo>
                    <a:pt x="18125" y="147008"/>
                  </a:lnTo>
                  <a:lnTo>
                    <a:pt x="40007" y="106023"/>
                  </a:lnTo>
                  <a:lnTo>
                    <a:pt x="69744" y="69756"/>
                  </a:lnTo>
                  <a:lnTo>
                    <a:pt x="106011" y="40019"/>
                  </a:lnTo>
                  <a:lnTo>
                    <a:pt x="146996" y="18138"/>
                  </a:lnTo>
                  <a:lnTo>
                    <a:pt x="191449" y="4630"/>
                  </a:lnTo>
                  <a:lnTo>
                    <a:pt x="238121" y="0"/>
                  </a:lnTo>
                  <a:lnTo>
                    <a:pt x="5431337" y="0"/>
                  </a:lnTo>
                  <a:lnTo>
                    <a:pt x="5478008" y="4630"/>
                  </a:lnTo>
                  <a:lnTo>
                    <a:pt x="5522461" y="18138"/>
                  </a:lnTo>
                  <a:lnTo>
                    <a:pt x="5563446" y="40019"/>
                  </a:lnTo>
                  <a:lnTo>
                    <a:pt x="5599713" y="69756"/>
                  </a:lnTo>
                  <a:lnTo>
                    <a:pt x="5629450" y="106023"/>
                  </a:lnTo>
                  <a:lnTo>
                    <a:pt x="5651332" y="147008"/>
                  </a:lnTo>
                  <a:lnTo>
                    <a:pt x="5664840" y="191461"/>
                  </a:lnTo>
                  <a:lnTo>
                    <a:pt x="5667374" y="21707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2719194"/>
              <a:ext cx="9479601" cy="426368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127230" y="6603109"/>
              <a:ext cx="376555" cy="381000"/>
            </a:xfrm>
            <a:custGeom>
              <a:avLst/>
              <a:gdLst/>
              <a:ahLst/>
              <a:cxnLst/>
              <a:rect l="l" t="t" r="r" b="b"/>
              <a:pathLst>
                <a:path w="376554" h="381000">
                  <a:moveTo>
                    <a:pt x="149577" y="380999"/>
                  </a:moveTo>
                  <a:lnTo>
                    <a:pt x="226957" y="380999"/>
                  </a:lnTo>
                  <a:lnTo>
                    <a:pt x="232425" y="380368"/>
                  </a:lnTo>
                  <a:lnTo>
                    <a:pt x="272979" y="365856"/>
                  </a:lnTo>
                  <a:lnTo>
                    <a:pt x="308766" y="343089"/>
                  </a:lnTo>
                  <a:lnTo>
                    <a:pt x="338624" y="313231"/>
                  </a:lnTo>
                  <a:lnTo>
                    <a:pt x="361391" y="277444"/>
                  </a:lnTo>
                  <a:lnTo>
                    <a:pt x="375904" y="236890"/>
                  </a:lnTo>
                  <a:lnTo>
                    <a:pt x="376535" y="231419"/>
                  </a:lnTo>
                  <a:lnTo>
                    <a:pt x="376534" y="154042"/>
                  </a:lnTo>
                  <a:lnTo>
                    <a:pt x="361391" y="108020"/>
                  </a:lnTo>
                  <a:lnTo>
                    <a:pt x="338624" y="72233"/>
                  </a:lnTo>
                  <a:lnTo>
                    <a:pt x="308766" y="42375"/>
                  </a:lnTo>
                  <a:lnTo>
                    <a:pt x="272979" y="19608"/>
                  </a:lnTo>
                  <a:lnTo>
                    <a:pt x="232425" y="5095"/>
                  </a:lnTo>
                  <a:lnTo>
                    <a:pt x="188267" y="0"/>
                  </a:lnTo>
                  <a:lnTo>
                    <a:pt x="144109" y="5095"/>
                  </a:lnTo>
                  <a:lnTo>
                    <a:pt x="103555" y="19608"/>
                  </a:lnTo>
                  <a:lnTo>
                    <a:pt x="67768" y="42375"/>
                  </a:lnTo>
                  <a:lnTo>
                    <a:pt x="37910" y="72233"/>
                  </a:lnTo>
                  <a:lnTo>
                    <a:pt x="22980" y="95701"/>
                  </a:lnTo>
                  <a:lnTo>
                    <a:pt x="151714" y="95701"/>
                  </a:lnTo>
                  <a:lnTo>
                    <a:pt x="155702" y="96366"/>
                  </a:lnTo>
                  <a:lnTo>
                    <a:pt x="158360" y="99024"/>
                  </a:lnTo>
                  <a:lnTo>
                    <a:pt x="223490" y="177446"/>
                  </a:lnTo>
                  <a:lnTo>
                    <a:pt x="227603" y="184549"/>
                  </a:lnTo>
                  <a:lnTo>
                    <a:pt x="228973" y="192400"/>
                  </a:lnTo>
                  <a:lnTo>
                    <a:pt x="227603" y="200250"/>
                  </a:lnTo>
                  <a:lnTo>
                    <a:pt x="223490" y="207353"/>
                  </a:lnTo>
                  <a:lnTo>
                    <a:pt x="159025" y="285775"/>
                  </a:lnTo>
                  <a:lnTo>
                    <a:pt x="157696" y="287769"/>
                  </a:lnTo>
                  <a:lnTo>
                    <a:pt x="155702" y="288434"/>
                  </a:lnTo>
                  <a:lnTo>
                    <a:pt x="22135" y="288434"/>
                  </a:lnTo>
                  <a:lnTo>
                    <a:pt x="37910" y="313231"/>
                  </a:lnTo>
                  <a:lnTo>
                    <a:pt x="67768" y="343089"/>
                  </a:lnTo>
                  <a:lnTo>
                    <a:pt x="103555" y="365856"/>
                  </a:lnTo>
                  <a:lnTo>
                    <a:pt x="144109" y="380368"/>
                  </a:lnTo>
                  <a:lnTo>
                    <a:pt x="149577" y="380999"/>
                  </a:lnTo>
                  <a:close/>
                </a:path>
                <a:path w="376554" h="381000">
                  <a:moveTo>
                    <a:pt x="22135" y="288434"/>
                  </a:moveTo>
                  <a:lnTo>
                    <a:pt x="151050" y="288434"/>
                  </a:lnTo>
                  <a:lnTo>
                    <a:pt x="149720" y="287104"/>
                  </a:lnTo>
                  <a:lnTo>
                    <a:pt x="147062" y="285111"/>
                  </a:lnTo>
                  <a:lnTo>
                    <a:pt x="146398" y="280458"/>
                  </a:lnTo>
                  <a:lnTo>
                    <a:pt x="149056" y="277800"/>
                  </a:lnTo>
                  <a:lnTo>
                    <a:pt x="213522" y="199378"/>
                  </a:lnTo>
                  <a:lnTo>
                    <a:pt x="216845" y="195390"/>
                  </a:lnTo>
                  <a:lnTo>
                    <a:pt x="216845" y="190074"/>
                  </a:lnTo>
                  <a:lnTo>
                    <a:pt x="148391" y="107664"/>
                  </a:lnTo>
                  <a:lnTo>
                    <a:pt x="145733" y="105005"/>
                  </a:lnTo>
                  <a:lnTo>
                    <a:pt x="146397" y="101018"/>
                  </a:lnTo>
                  <a:lnTo>
                    <a:pt x="151714" y="95701"/>
                  </a:lnTo>
                  <a:lnTo>
                    <a:pt x="22980" y="95701"/>
                  </a:lnTo>
                  <a:lnTo>
                    <a:pt x="15143" y="108020"/>
                  </a:lnTo>
                  <a:lnTo>
                    <a:pt x="630" y="148574"/>
                  </a:lnTo>
                  <a:lnTo>
                    <a:pt x="0" y="154042"/>
                  </a:lnTo>
                  <a:lnTo>
                    <a:pt x="0" y="231419"/>
                  </a:lnTo>
                  <a:lnTo>
                    <a:pt x="630" y="236890"/>
                  </a:lnTo>
                  <a:lnTo>
                    <a:pt x="15143" y="277444"/>
                  </a:lnTo>
                  <a:lnTo>
                    <a:pt x="22135" y="2884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367" y="2719194"/>
              <a:ext cx="6636632" cy="419826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05068" y="6297135"/>
            <a:ext cx="269811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SAFEGUARDING </a:t>
            </a: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CRITICAL</a:t>
            </a:r>
            <a:r>
              <a:rPr sz="1800" i="1" spc="-6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53527" y="2719193"/>
            <a:ext cx="10528300" cy="7534275"/>
            <a:chOff x="7653527" y="2719193"/>
            <a:chExt cx="10528300" cy="75342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3527" y="6766559"/>
              <a:ext cx="10527791" cy="348691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51366" y="2719193"/>
              <a:ext cx="1131570" cy="1131570"/>
            </a:xfrm>
            <a:custGeom>
              <a:avLst/>
              <a:gdLst/>
              <a:ahLst/>
              <a:cxnLst/>
              <a:rect l="l" t="t" r="r" b="b"/>
              <a:pathLst>
                <a:path w="1131570" h="1131570">
                  <a:moveTo>
                    <a:pt x="565763" y="1131526"/>
                  </a:moveTo>
                  <a:lnTo>
                    <a:pt x="516947" y="1129449"/>
                  </a:lnTo>
                  <a:lnTo>
                    <a:pt x="469284" y="1123333"/>
                  </a:lnTo>
                  <a:lnTo>
                    <a:pt x="422943" y="1113345"/>
                  </a:lnTo>
                  <a:lnTo>
                    <a:pt x="378096" y="1099658"/>
                  </a:lnTo>
                  <a:lnTo>
                    <a:pt x="334911" y="1082439"/>
                  </a:lnTo>
                  <a:lnTo>
                    <a:pt x="293559" y="1061860"/>
                  </a:lnTo>
                  <a:lnTo>
                    <a:pt x="254209" y="1038090"/>
                  </a:lnTo>
                  <a:lnTo>
                    <a:pt x="217031" y="1011298"/>
                  </a:lnTo>
                  <a:lnTo>
                    <a:pt x="182195" y="981655"/>
                  </a:lnTo>
                  <a:lnTo>
                    <a:pt x="149870" y="949331"/>
                  </a:lnTo>
                  <a:lnTo>
                    <a:pt x="120227" y="914495"/>
                  </a:lnTo>
                  <a:lnTo>
                    <a:pt x="93436" y="877317"/>
                  </a:lnTo>
                  <a:lnTo>
                    <a:pt x="69666" y="837967"/>
                  </a:lnTo>
                  <a:lnTo>
                    <a:pt x="49086" y="796614"/>
                  </a:lnTo>
                  <a:lnTo>
                    <a:pt x="31868" y="753430"/>
                  </a:lnTo>
                  <a:lnTo>
                    <a:pt x="18180" y="708582"/>
                  </a:lnTo>
                  <a:lnTo>
                    <a:pt x="8193" y="662242"/>
                  </a:lnTo>
                  <a:lnTo>
                    <a:pt x="2076" y="614579"/>
                  </a:lnTo>
                  <a:lnTo>
                    <a:pt x="0" y="565763"/>
                  </a:lnTo>
                  <a:lnTo>
                    <a:pt x="2076" y="516947"/>
                  </a:lnTo>
                  <a:lnTo>
                    <a:pt x="8193" y="469283"/>
                  </a:lnTo>
                  <a:lnTo>
                    <a:pt x="18180" y="422943"/>
                  </a:lnTo>
                  <a:lnTo>
                    <a:pt x="31868" y="378096"/>
                  </a:lnTo>
                  <a:lnTo>
                    <a:pt x="49086" y="334911"/>
                  </a:lnTo>
                  <a:lnTo>
                    <a:pt x="69666" y="293559"/>
                  </a:lnTo>
                  <a:lnTo>
                    <a:pt x="93436" y="254209"/>
                  </a:lnTo>
                  <a:lnTo>
                    <a:pt x="120227" y="217031"/>
                  </a:lnTo>
                  <a:lnTo>
                    <a:pt x="149870" y="182194"/>
                  </a:lnTo>
                  <a:lnTo>
                    <a:pt x="182195" y="149870"/>
                  </a:lnTo>
                  <a:lnTo>
                    <a:pt x="217031" y="120227"/>
                  </a:lnTo>
                  <a:lnTo>
                    <a:pt x="254209" y="93436"/>
                  </a:lnTo>
                  <a:lnTo>
                    <a:pt x="293559" y="69666"/>
                  </a:lnTo>
                  <a:lnTo>
                    <a:pt x="334911" y="49086"/>
                  </a:lnTo>
                  <a:lnTo>
                    <a:pt x="378096" y="31868"/>
                  </a:lnTo>
                  <a:lnTo>
                    <a:pt x="422943" y="18180"/>
                  </a:lnTo>
                  <a:lnTo>
                    <a:pt x="469284" y="8193"/>
                  </a:lnTo>
                  <a:lnTo>
                    <a:pt x="516947" y="2076"/>
                  </a:lnTo>
                  <a:lnTo>
                    <a:pt x="565763" y="0"/>
                  </a:lnTo>
                  <a:lnTo>
                    <a:pt x="614579" y="2076"/>
                  </a:lnTo>
                  <a:lnTo>
                    <a:pt x="662242" y="8193"/>
                  </a:lnTo>
                  <a:lnTo>
                    <a:pt x="708582" y="18180"/>
                  </a:lnTo>
                  <a:lnTo>
                    <a:pt x="753429" y="31868"/>
                  </a:lnTo>
                  <a:lnTo>
                    <a:pt x="796614" y="49086"/>
                  </a:lnTo>
                  <a:lnTo>
                    <a:pt x="837966" y="69666"/>
                  </a:lnTo>
                  <a:lnTo>
                    <a:pt x="877316" y="93436"/>
                  </a:lnTo>
                  <a:lnTo>
                    <a:pt x="914494" y="120227"/>
                  </a:lnTo>
                  <a:lnTo>
                    <a:pt x="949331" y="149870"/>
                  </a:lnTo>
                  <a:lnTo>
                    <a:pt x="981655" y="182194"/>
                  </a:lnTo>
                  <a:lnTo>
                    <a:pt x="1011298" y="217031"/>
                  </a:lnTo>
                  <a:lnTo>
                    <a:pt x="1038089" y="254209"/>
                  </a:lnTo>
                  <a:lnTo>
                    <a:pt x="1061860" y="293559"/>
                  </a:lnTo>
                  <a:lnTo>
                    <a:pt x="1082439" y="334911"/>
                  </a:lnTo>
                  <a:lnTo>
                    <a:pt x="1099657" y="378096"/>
                  </a:lnTo>
                  <a:lnTo>
                    <a:pt x="1113345" y="422943"/>
                  </a:lnTo>
                  <a:lnTo>
                    <a:pt x="1123332" y="469283"/>
                  </a:lnTo>
                  <a:lnTo>
                    <a:pt x="1129449" y="516947"/>
                  </a:lnTo>
                  <a:lnTo>
                    <a:pt x="1131526" y="565763"/>
                  </a:lnTo>
                  <a:lnTo>
                    <a:pt x="1129449" y="614579"/>
                  </a:lnTo>
                  <a:lnTo>
                    <a:pt x="1123332" y="662242"/>
                  </a:lnTo>
                  <a:lnTo>
                    <a:pt x="1113345" y="708582"/>
                  </a:lnTo>
                  <a:lnTo>
                    <a:pt x="1099657" y="753430"/>
                  </a:lnTo>
                  <a:lnTo>
                    <a:pt x="1082439" y="796614"/>
                  </a:lnTo>
                  <a:lnTo>
                    <a:pt x="1061860" y="837967"/>
                  </a:lnTo>
                  <a:lnTo>
                    <a:pt x="1038089" y="877317"/>
                  </a:lnTo>
                  <a:lnTo>
                    <a:pt x="1011298" y="914495"/>
                  </a:lnTo>
                  <a:lnTo>
                    <a:pt x="981655" y="949331"/>
                  </a:lnTo>
                  <a:lnTo>
                    <a:pt x="949331" y="981655"/>
                  </a:lnTo>
                  <a:lnTo>
                    <a:pt x="914494" y="1011298"/>
                  </a:lnTo>
                  <a:lnTo>
                    <a:pt x="877316" y="1038090"/>
                  </a:lnTo>
                  <a:lnTo>
                    <a:pt x="837966" y="1061860"/>
                  </a:lnTo>
                  <a:lnTo>
                    <a:pt x="796614" y="1082439"/>
                  </a:lnTo>
                  <a:lnTo>
                    <a:pt x="753429" y="1099658"/>
                  </a:lnTo>
                  <a:lnTo>
                    <a:pt x="708582" y="1113345"/>
                  </a:lnTo>
                  <a:lnTo>
                    <a:pt x="662242" y="1123333"/>
                  </a:lnTo>
                  <a:lnTo>
                    <a:pt x="614579" y="1129449"/>
                  </a:lnTo>
                  <a:lnTo>
                    <a:pt x="565763" y="1131526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26366" y="2955352"/>
              <a:ext cx="582295" cy="659130"/>
            </a:xfrm>
            <a:custGeom>
              <a:avLst/>
              <a:gdLst/>
              <a:ahLst/>
              <a:cxnLst/>
              <a:rect l="l" t="t" r="r" b="b"/>
              <a:pathLst>
                <a:path w="582295" h="659129">
                  <a:moveTo>
                    <a:pt x="419506" y="314236"/>
                  </a:moveTo>
                  <a:lnTo>
                    <a:pt x="417880" y="306247"/>
                  </a:lnTo>
                  <a:lnTo>
                    <a:pt x="413486" y="299720"/>
                  </a:lnTo>
                  <a:lnTo>
                    <a:pt x="406958" y="295325"/>
                  </a:lnTo>
                  <a:lnTo>
                    <a:pt x="398983" y="293712"/>
                  </a:lnTo>
                  <a:lnTo>
                    <a:pt x="182714" y="293712"/>
                  </a:lnTo>
                  <a:lnTo>
                    <a:pt x="174726" y="295325"/>
                  </a:lnTo>
                  <a:lnTo>
                    <a:pt x="168211" y="299720"/>
                  </a:lnTo>
                  <a:lnTo>
                    <a:pt x="163804" y="306247"/>
                  </a:lnTo>
                  <a:lnTo>
                    <a:pt x="162191" y="314236"/>
                  </a:lnTo>
                  <a:lnTo>
                    <a:pt x="162191" y="465251"/>
                  </a:lnTo>
                  <a:lnTo>
                    <a:pt x="163804" y="473240"/>
                  </a:lnTo>
                  <a:lnTo>
                    <a:pt x="168211" y="479755"/>
                  </a:lnTo>
                  <a:lnTo>
                    <a:pt x="174726" y="484162"/>
                  </a:lnTo>
                  <a:lnTo>
                    <a:pt x="182714" y="485775"/>
                  </a:lnTo>
                  <a:lnTo>
                    <a:pt x="398983" y="485775"/>
                  </a:lnTo>
                  <a:lnTo>
                    <a:pt x="406958" y="484162"/>
                  </a:lnTo>
                  <a:lnTo>
                    <a:pt x="413486" y="479755"/>
                  </a:lnTo>
                  <a:lnTo>
                    <a:pt x="417880" y="473240"/>
                  </a:lnTo>
                  <a:lnTo>
                    <a:pt x="419506" y="465251"/>
                  </a:lnTo>
                  <a:lnTo>
                    <a:pt x="419506" y="314236"/>
                  </a:lnTo>
                  <a:close/>
                </a:path>
                <a:path w="582295" h="659129">
                  <a:moveTo>
                    <a:pt x="581698" y="367842"/>
                  </a:moveTo>
                  <a:lnTo>
                    <a:pt x="581672" y="81800"/>
                  </a:lnTo>
                  <a:lnTo>
                    <a:pt x="578358" y="75501"/>
                  </a:lnTo>
                  <a:lnTo>
                    <a:pt x="572871" y="71666"/>
                  </a:lnTo>
                  <a:lnTo>
                    <a:pt x="540651" y="52324"/>
                  </a:lnTo>
                  <a:lnTo>
                    <a:pt x="540651" y="99390"/>
                  </a:lnTo>
                  <a:lnTo>
                    <a:pt x="540651" y="367842"/>
                  </a:lnTo>
                  <a:lnTo>
                    <a:pt x="536625" y="412737"/>
                  </a:lnTo>
                  <a:lnTo>
                    <a:pt x="525018" y="455002"/>
                  </a:lnTo>
                  <a:lnTo>
                    <a:pt x="506539" y="493915"/>
                  </a:lnTo>
                  <a:lnTo>
                    <a:pt x="481901" y="528777"/>
                  </a:lnTo>
                  <a:lnTo>
                    <a:pt x="451789" y="558888"/>
                  </a:lnTo>
                  <a:lnTo>
                    <a:pt x="416928" y="583539"/>
                  </a:lnTo>
                  <a:lnTo>
                    <a:pt x="378015" y="602005"/>
                  </a:lnTo>
                  <a:lnTo>
                    <a:pt x="335749" y="613613"/>
                  </a:lnTo>
                  <a:lnTo>
                    <a:pt x="290855" y="617639"/>
                  </a:lnTo>
                  <a:lnTo>
                    <a:pt x="245948" y="613613"/>
                  </a:lnTo>
                  <a:lnTo>
                    <a:pt x="203682" y="602005"/>
                  </a:lnTo>
                  <a:lnTo>
                    <a:pt x="164769" y="583539"/>
                  </a:lnTo>
                  <a:lnTo>
                    <a:pt x="129908" y="558888"/>
                  </a:lnTo>
                  <a:lnTo>
                    <a:pt x="99796" y="528777"/>
                  </a:lnTo>
                  <a:lnTo>
                    <a:pt x="75158" y="493915"/>
                  </a:lnTo>
                  <a:lnTo>
                    <a:pt x="56680" y="455002"/>
                  </a:lnTo>
                  <a:lnTo>
                    <a:pt x="45072" y="412737"/>
                  </a:lnTo>
                  <a:lnTo>
                    <a:pt x="41046" y="367842"/>
                  </a:lnTo>
                  <a:lnTo>
                    <a:pt x="41160" y="99390"/>
                  </a:lnTo>
                  <a:lnTo>
                    <a:pt x="91109" y="72478"/>
                  </a:lnTo>
                  <a:lnTo>
                    <a:pt x="141147" y="55397"/>
                  </a:lnTo>
                  <a:lnTo>
                    <a:pt x="191122" y="45961"/>
                  </a:lnTo>
                  <a:lnTo>
                    <a:pt x="242277" y="41821"/>
                  </a:lnTo>
                  <a:lnTo>
                    <a:pt x="246659" y="41821"/>
                  </a:lnTo>
                  <a:lnTo>
                    <a:pt x="290868" y="41046"/>
                  </a:lnTo>
                  <a:lnTo>
                    <a:pt x="340918" y="41821"/>
                  </a:lnTo>
                  <a:lnTo>
                    <a:pt x="390931" y="45808"/>
                  </a:lnTo>
                  <a:lnTo>
                    <a:pt x="440905" y="55232"/>
                  </a:lnTo>
                  <a:lnTo>
                    <a:pt x="490816" y="72339"/>
                  </a:lnTo>
                  <a:lnTo>
                    <a:pt x="540651" y="99390"/>
                  </a:lnTo>
                  <a:lnTo>
                    <a:pt x="540651" y="52324"/>
                  </a:lnTo>
                  <a:lnTo>
                    <a:pt x="526034" y="43535"/>
                  </a:lnTo>
                  <a:lnTo>
                    <a:pt x="520103" y="41046"/>
                  </a:lnTo>
                  <a:lnTo>
                    <a:pt x="479082" y="23825"/>
                  </a:lnTo>
                  <a:lnTo>
                    <a:pt x="432092" y="11112"/>
                  </a:lnTo>
                  <a:lnTo>
                    <a:pt x="385064" y="3898"/>
                  </a:lnTo>
                  <a:lnTo>
                    <a:pt x="337972" y="698"/>
                  </a:lnTo>
                  <a:lnTo>
                    <a:pt x="290817" y="0"/>
                  </a:lnTo>
                  <a:lnTo>
                    <a:pt x="249516" y="698"/>
                  </a:lnTo>
                  <a:lnTo>
                    <a:pt x="245275" y="698"/>
                  </a:lnTo>
                  <a:lnTo>
                    <a:pt x="196989" y="4051"/>
                  </a:lnTo>
                  <a:lnTo>
                    <a:pt x="150012" y="11277"/>
                  </a:lnTo>
                  <a:lnTo>
                    <a:pt x="103009" y="23964"/>
                  </a:lnTo>
                  <a:lnTo>
                    <a:pt x="56083" y="43535"/>
                  </a:lnTo>
                  <a:lnTo>
                    <a:pt x="8801" y="71666"/>
                  </a:lnTo>
                  <a:lnTo>
                    <a:pt x="0" y="81800"/>
                  </a:lnTo>
                  <a:lnTo>
                    <a:pt x="0" y="367842"/>
                  </a:lnTo>
                  <a:lnTo>
                    <a:pt x="3810" y="415010"/>
                  </a:lnTo>
                  <a:lnTo>
                    <a:pt x="14833" y="459765"/>
                  </a:lnTo>
                  <a:lnTo>
                    <a:pt x="32473" y="501497"/>
                  </a:lnTo>
                  <a:lnTo>
                    <a:pt x="56121" y="539597"/>
                  </a:lnTo>
                  <a:lnTo>
                    <a:pt x="85191" y="573493"/>
                  </a:lnTo>
                  <a:lnTo>
                    <a:pt x="119075" y="602564"/>
                  </a:lnTo>
                  <a:lnTo>
                    <a:pt x="157187" y="626211"/>
                  </a:lnTo>
                  <a:lnTo>
                    <a:pt x="198920" y="643851"/>
                  </a:lnTo>
                  <a:lnTo>
                    <a:pt x="243674" y="654875"/>
                  </a:lnTo>
                  <a:lnTo>
                    <a:pt x="290855" y="658672"/>
                  </a:lnTo>
                  <a:lnTo>
                    <a:pt x="338023" y="654875"/>
                  </a:lnTo>
                  <a:lnTo>
                    <a:pt x="382778" y="643851"/>
                  </a:lnTo>
                  <a:lnTo>
                    <a:pt x="424510" y="626211"/>
                  </a:lnTo>
                  <a:lnTo>
                    <a:pt x="462622" y="602564"/>
                  </a:lnTo>
                  <a:lnTo>
                    <a:pt x="496506" y="573493"/>
                  </a:lnTo>
                  <a:lnTo>
                    <a:pt x="525576" y="539597"/>
                  </a:lnTo>
                  <a:lnTo>
                    <a:pt x="549224" y="501497"/>
                  </a:lnTo>
                  <a:lnTo>
                    <a:pt x="566864" y="459765"/>
                  </a:lnTo>
                  <a:lnTo>
                    <a:pt x="577888" y="415010"/>
                  </a:lnTo>
                  <a:lnTo>
                    <a:pt x="581698" y="367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15602" y="3128253"/>
              <a:ext cx="203238" cy="16185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605068" y="7498239"/>
            <a:ext cx="4511040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865">
              <a:lnSpc>
                <a:spcPct val="1161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protection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involves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implementing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strong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encryption,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backups,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controlled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measures.</a:t>
            </a:r>
            <a:endParaRPr sz="1400">
              <a:latin typeface="Trebuchet MS"/>
              <a:cs typeface="Trebuchet MS"/>
            </a:endParaRPr>
          </a:p>
          <a:p>
            <a:pPr marL="12700" marR="151130">
              <a:lnSpc>
                <a:spcPct val="116100"/>
              </a:lnSpc>
            </a:pP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>Businesses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should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have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policies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in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place,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while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individuals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practice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safe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storage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habits.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>just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preventing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attacks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also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mitigating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damage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ensuring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when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breaches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occur.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45466" y="2927636"/>
            <a:ext cx="3590925" cy="5664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5"/>
              </a:spcBef>
            </a:pP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IMPLEMENTING</a:t>
            </a:r>
            <a:r>
              <a:rPr sz="1800" i="1" spc="-4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SECURITY </a:t>
            </a: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MEASURES</a:t>
            </a:r>
            <a:r>
              <a:rPr sz="1800" i="1" spc="-9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IN</a:t>
            </a:r>
            <a:r>
              <a:rPr sz="1800" i="1" spc="-9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THE</a:t>
            </a:r>
            <a:r>
              <a:rPr sz="1800" i="1" spc="-9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WORKPLACE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Employee</a:t>
            </a:r>
            <a:r>
              <a:rPr spc="-40" dirty="0"/>
              <a:t/>
            </a:r>
            <a:r>
              <a:rPr spc="-10" dirty="0"/>
              <a:t>Training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5466" y="4527129"/>
            <a:ext cx="3888740" cy="473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Regular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training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reduces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risk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insider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threats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enhances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overall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awareness.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6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Network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105" dirty="0">
                <a:solidFill>
                  <a:srgbClr val="FFFFFF"/>
                </a:solidFill>
                <a:latin typeface="Trebuchet MS"/>
                <a:cs typeface="Trebuchet MS"/>
              </a:rPr>
              <a:t>Access</a:t>
            </a:r>
            <a:endParaRPr sz="2400">
              <a:latin typeface="Trebuchet MS"/>
              <a:cs typeface="Trebuchet MS"/>
            </a:endParaRPr>
          </a:p>
          <a:p>
            <a:pPr marL="12700" marR="67310">
              <a:lnSpc>
                <a:spcPct val="116100"/>
              </a:lnSpc>
              <a:spcBef>
                <a:spcPts val="94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14" dirty="0">
                <a:solidFill>
                  <a:srgbClr val="FFFFFF"/>
                </a:solidFill>
                <a:latin typeface="Trebuchet MS"/>
                <a:cs typeface="Trebuchet MS"/>
              </a:rPr>
              <a:t>VPNs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firewalls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protects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company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 data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unauthorized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access.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Device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2400">
              <a:latin typeface="Trebuchet MS"/>
              <a:cs typeface="Trebuchet MS"/>
            </a:endParaRPr>
          </a:p>
          <a:p>
            <a:pPr marL="12700" marR="438784">
              <a:lnSpc>
                <a:spcPct val="116100"/>
              </a:lnSpc>
              <a:spcBef>
                <a:spcPts val="94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Keeping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 work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devices</a:t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updated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patched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ensures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vulnerabilities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 minimized.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Email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endParaRPr sz="2400">
              <a:latin typeface="Trebuchet MS"/>
              <a:cs typeface="Trebuchet MS"/>
            </a:endParaRPr>
          </a:p>
          <a:p>
            <a:pPr marL="12700" marR="525145">
              <a:lnSpc>
                <a:spcPct val="116100"/>
              </a:lnSpc>
              <a:spcBef>
                <a:spcPts val="94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Avoiding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suspicious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attachments</a:t>
            </a:r>
            <a:r>
              <a:rPr sz="1400" spc="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links prevents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attempts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leaks.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5315" y="6201850"/>
              <a:ext cx="7802685" cy="40851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0638" y="2756626"/>
              <a:ext cx="2276717" cy="320754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1338072"/>
            <a:ext cx="15652115" cy="8958580"/>
            <a:chOff x="0" y="1338072"/>
            <a:chExt cx="15652115" cy="895858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85314" y="2635627"/>
              <a:ext cx="5166255" cy="310387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338072"/>
              <a:ext cx="11055095" cy="50566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28700" y="5739504"/>
              <a:ext cx="8589645" cy="4547870"/>
            </a:xfrm>
            <a:custGeom>
              <a:avLst/>
              <a:gdLst/>
              <a:ahLst/>
              <a:cxnLst/>
              <a:rect l="l" t="t" r="r" b="b"/>
              <a:pathLst>
                <a:path w="8589645" h="4547870">
                  <a:moveTo>
                    <a:pt x="22432" y="4547494"/>
                  </a:moveTo>
                  <a:lnTo>
                    <a:pt x="18138" y="4539450"/>
                  </a:lnTo>
                  <a:lnTo>
                    <a:pt x="4629" y="4494997"/>
                  </a:lnTo>
                  <a:lnTo>
                    <a:pt x="0" y="4448324"/>
                  </a:lnTo>
                  <a:lnTo>
                    <a:pt x="0" y="238122"/>
                  </a:lnTo>
                  <a:lnTo>
                    <a:pt x="4629" y="191450"/>
                  </a:lnTo>
                  <a:lnTo>
                    <a:pt x="18138" y="146997"/>
                  </a:lnTo>
                  <a:lnTo>
                    <a:pt x="40019" y="106012"/>
                  </a:lnTo>
                  <a:lnTo>
                    <a:pt x="69756" y="69744"/>
                  </a:lnTo>
                  <a:lnTo>
                    <a:pt x="106024" y="40007"/>
                  </a:lnTo>
                  <a:lnTo>
                    <a:pt x="147009" y="18125"/>
                  </a:lnTo>
                  <a:lnTo>
                    <a:pt x="191463" y="4617"/>
                  </a:lnTo>
                  <a:lnTo>
                    <a:pt x="238135" y="0"/>
                  </a:lnTo>
                  <a:lnTo>
                    <a:pt x="8351479" y="0"/>
                  </a:lnTo>
                  <a:lnTo>
                    <a:pt x="8398151" y="4617"/>
                  </a:lnTo>
                  <a:lnTo>
                    <a:pt x="8442604" y="18125"/>
                  </a:lnTo>
                  <a:lnTo>
                    <a:pt x="8483590" y="40007"/>
                  </a:lnTo>
                  <a:lnTo>
                    <a:pt x="8519857" y="69744"/>
                  </a:lnTo>
                  <a:lnTo>
                    <a:pt x="8549595" y="106012"/>
                  </a:lnTo>
                  <a:lnTo>
                    <a:pt x="8571476" y="146997"/>
                  </a:lnTo>
                  <a:lnTo>
                    <a:pt x="8584984" y="191450"/>
                  </a:lnTo>
                  <a:lnTo>
                    <a:pt x="8589602" y="238123"/>
                  </a:lnTo>
                  <a:lnTo>
                    <a:pt x="8589602" y="4448324"/>
                  </a:lnTo>
                  <a:lnTo>
                    <a:pt x="8584984" y="4494997"/>
                  </a:lnTo>
                  <a:lnTo>
                    <a:pt x="8571476" y="4539450"/>
                  </a:lnTo>
                  <a:lnTo>
                    <a:pt x="8567182" y="4547494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4539" y="7250522"/>
            <a:ext cx="347472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continue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evolving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counter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advanced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cyber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threats.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driven 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measures,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threat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intelligence,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blockchain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solutions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play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crucial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role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protecting 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assets.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90" dirty="0">
                <a:solidFill>
                  <a:srgbClr val="FFFFFF"/>
                </a:solidFill>
                <a:latin typeface="Trebuchet MS"/>
                <a:cs typeface="Trebuchet MS"/>
              </a:rPr>
              <a:t>As 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attackers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 refine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their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tactics,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cybersecurity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professionals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stay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ahead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adaptive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defenses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innovative</a:t>
            </a:r>
            <a:r>
              <a:rPr sz="1400" spc="-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strategies.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4539" y="6135759"/>
            <a:ext cx="2310130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THE</a:t>
            </a:r>
            <a:r>
              <a:rPr sz="1800" i="1" spc="-125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ROAD</a:t>
            </a:r>
            <a:r>
              <a:rPr sz="1800" i="1" spc="-11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AHEAD</a:t>
            </a:r>
            <a:r>
              <a:rPr sz="1800" i="1" spc="-11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5" dirty="0">
                <a:solidFill>
                  <a:srgbClr val="FF3131"/>
                </a:solidFill>
                <a:latin typeface="Arial"/>
                <a:cs typeface="Arial"/>
              </a:rPr>
              <a:t>IN </a:t>
            </a:r>
            <a:r>
              <a:rPr sz="1800" i="1" spc="-10" dirty="0">
                <a:solidFill>
                  <a:srgbClr val="FF3131"/>
                </a:solidFill>
                <a:latin typeface="Arial"/>
                <a:cs typeface="Arial"/>
              </a:rPr>
              <a:t>CYBERSECURITY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35355" y="7250522"/>
            <a:ext cx="349504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114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technologies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emerge,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security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also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grow.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Organizations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invest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robust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security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infrastructures, 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>regulatory</a:t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compliance,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workforce 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training.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Collaboration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between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governments,</a:t>
            </a:r>
            <a:r>
              <a:rPr sz="1400" spc="9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businesses,</a:t>
            </a:r>
            <a:r>
              <a:rPr sz="1400" spc="1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5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cybersecurity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experts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safer</a:t>
            </a:r>
            <a:r>
              <a:rPr sz="1400" spc="-6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>digital</a:t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future.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48055" y="5436456"/>
            <a:ext cx="10804525" cy="1391285"/>
            <a:chOff x="5548055" y="5436456"/>
            <a:chExt cx="10804525" cy="1391285"/>
          </a:xfrm>
        </p:grpSpPr>
        <p:sp>
          <p:nvSpPr>
            <p:cNvPr id="17" name="object 17"/>
            <p:cNvSpPr/>
            <p:nvPr/>
          </p:nvSpPr>
          <p:spPr>
            <a:xfrm>
              <a:off x="5548055" y="6201850"/>
              <a:ext cx="391160" cy="391160"/>
            </a:xfrm>
            <a:custGeom>
              <a:avLst/>
              <a:gdLst/>
              <a:ahLst/>
              <a:cxnLst/>
              <a:rect l="l" t="t" r="r" b="b"/>
              <a:pathLst>
                <a:path w="391160" h="391159">
                  <a:moveTo>
                    <a:pt x="195485" y="390971"/>
                  </a:moveTo>
                  <a:lnTo>
                    <a:pt x="240274" y="385802"/>
                  </a:lnTo>
                  <a:lnTo>
                    <a:pt x="281407" y="371082"/>
                  </a:lnTo>
                  <a:lnTo>
                    <a:pt x="317706" y="347990"/>
                  </a:lnTo>
                  <a:lnTo>
                    <a:pt x="347990" y="317706"/>
                  </a:lnTo>
                  <a:lnTo>
                    <a:pt x="371082" y="281407"/>
                  </a:lnTo>
                  <a:lnTo>
                    <a:pt x="385802" y="240274"/>
                  </a:lnTo>
                  <a:lnTo>
                    <a:pt x="390971" y="195485"/>
                  </a:lnTo>
                  <a:lnTo>
                    <a:pt x="385802" y="150697"/>
                  </a:lnTo>
                  <a:lnTo>
                    <a:pt x="371082" y="109563"/>
                  </a:lnTo>
                  <a:lnTo>
                    <a:pt x="347990" y="73265"/>
                  </a:lnTo>
                  <a:lnTo>
                    <a:pt x="317706" y="42980"/>
                  </a:lnTo>
                  <a:lnTo>
                    <a:pt x="281407" y="19888"/>
                  </a:lnTo>
                  <a:lnTo>
                    <a:pt x="240274" y="5168"/>
                  </a:lnTo>
                  <a:lnTo>
                    <a:pt x="195485" y="0"/>
                  </a:lnTo>
                  <a:lnTo>
                    <a:pt x="150697" y="5168"/>
                  </a:lnTo>
                  <a:lnTo>
                    <a:pt x="109563" y="19888"/>
                  </a:lnTo>
                  <a:lnTo>
                    <a:pt x="73265" y="42980"/>
                  </a:lnTo>
                  <a:lnTo>
                    <a:pt x="42980" y="73265"/>
                  </a:lnTo>
                  <a:lnTo>
                    <a:pt x="27837" y="97068"/>
                  </a:lnTo>
                  <a:lnTo>
                    <a:pt x="158410" y="97068"/>
                  </a:lnTo>
                  <a:lnTo>
                    <a:pt x="162455" y="97742"/>
                  </a:lnTo>
                  <a:lnTo>
                    <a:pt x="165151" y="100439"/>
                  </a:lnTo>
                  <a:lnTo>
                    <a:pt x="231212" y="179981"/>
                  </a:lnTo>
                  <a:lnTo>
                    <a:pt x="235383" y="187186"/>
                  </a:lnTo>
                  <a:lnTo>
                    <a:pt x="236773" y="195148"/>
                  </a:lnTo>
                  <a:lnTo>
                    <a:pt x="235383" y="203111"/>
                  </a:lnTo>
                  <a:lnTo>
                    <a:pt x="231212" y="210315"/>
                  </a:lnTo>
                  <a:lnTo>
                    <a:pt x="165825" y="289858"/>
                  </a:lnTo>
                  <a:lnTo>
                    <a:pt x="164477" y="291880"/>
                  </a:lnTo>
                  <a:lnTo>
                    <a:pt x="162455" y="292554"/>
                  </a:lnTo>
                  <a:lnTo>
                    <a:pt x="26979" y="292554"/>
                  </a:lnTo>
                  <a:lnTo>
                    <a:pt x="42980" y="317706"/>
                  </a:lnTo>
                  <a:lnTo>
                    <a:pt x="73265" y="347990"/>
                  </a:lnTo>
                  <a:lnTo>
                    <a:pt x="109563" y="371082"/>
                  </a:lnTo>
                  <a:lnTo>
                    <a:pt x="150697" y="385802"/>
                  </a:lnTo>
                  <a:lnTo>
                    <a:pt x="195485" y="390971"/>
                  </a:lnTo>
                  <a:close/>
                </a:path>
                <a:path w="391160" h="391159">
                  <a:moveTo>
                    <a:pt x="26979" y="292554"/>
                  </a:moveTo>
                  <a:lnTo>
                    <a:pt x="157736" y="292554"/>
                  </a:lnTo>
                  <a:lnTo>
                    <a:pt x="156388" y="291206"/>
                  </a:lnTo>
                  <a:lnTo>
                    <a:pt x="153692" y="289184"/>
                  </a:lnTo>
                  <a:lnTo>
                    <a:pt x="153018" y="284465"/>
                  </a:lnTo>
                  <a:lnTo>
                    <a:pt x="155714" y="281769"/>
                  </a:lnTo>
                  <a:lnTo>
                    <a:pt x="221101" y="202226"/>
                  </a:lnTo>
                  <a:lnTo>
                    <a:pt x="224471" y="198182"/>
                  </a:lnTo>
                  <a:lnTo>
                    <a:pt x="224471" y="192789"/>
                  </a:lnTo>
                  <a:lnTo>
                    <a:pt x="155040" y="109202"/>
                  </a:lnTo>
                  <a:lnTo>
                    <a:pt x="152344" y="106506"/>
                  </a:lnTo>
                  <a:lnTo>
                    <a:pt x="153018" y="102461"/>
                  </a:lnTo>
                  <a:lnTo>
                    <a:pt x="158410" y="97068"/>
                  </a:lnTo>
                  <a:lnTo>
                    <a:pt x="27837" y="97068"/>
                  </a:lnTo>
                  <a:lnTo>
                    <a:pt x="19888" y="109563"/>
                  </a:lnTo>
                  <a:lnTo>
                    <a:pt x="5168" y="150697"/>
                  </a:lnTo>
                  <a:lnTo>
                    <a:pt x="38" y="195148"/>
                  </a:lnTo>
                  <a:lnTo>
                    <a:pt x="0" y="195485"/>
                  </a:lnTo>
                  <a:lnTo>
                    <a:pt x="5168" y="240274"/>
                  </a:lnTo>
                  <a:lnTo>
                    <a:pt x="19888" y="281407"/>
                  </a:lnTo>
                  <a:lnTo>
                    <a:pt x="26979" y="292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61316" y="5436456"/>
              <a:ext cx="1391285" cy="1391285"/>
            </a:xfrm>
            <a:custGeom>
              <a:avLst/>
              <a:gdLst/>
              <a:ahLst/>
              <a:cxnLst/>
              <a:rect l="l" t="t" r="r" b="b"/>
              <a:pathLst>
                <a:path w="1391284" h="1391284">
                  <a:moveTo>
                    <a:pt x="695405" y="1390811"/>
                  </a:moveTo>
                  <a:lnTo>
                    <a:pt x="647793" y="1389207"/>
                  </a:lnTo>
                  <a:lnTo>
                    <a:pt x="601042" y="1384463"/>
                  </a:lnTo>
                  <a:lnTo>
                    <a:pt x="555256" y="1376683"/>
                  </a:lnTo>
                  <a:lnTo>
                    <a:pt x="510539" y="1365971"/>
                  </a:lnTo>
                  <a:lnTo>
                    <a:pt x="466992" y="1352429"/>
                  </a:lnTo>
                  <a:lnTo>
                    <a:pt x="424722" y="1336163"/>
                  </a:lnTo>
                  <a:lnTo>
                    <a:pt x="383830" y="1317275"/>
                  </a:lnTo>
                  <a:lnTo>
                    <a:pt x="344420" y="1295868"/>
                  </a:lnTo>
                  <a:lnTo>
                    <a:pt x="306597" y="1272047"/>
                  </a:lnTo>
                  <a:lnTo>
                    <a:pt x="270463" y="1245915"/>
                  </a:lnTo>
                  <a:lnTo>
                    <a:pt x="236123" y="1217575"/>
                  </a:lnTo>
                  <a:lnTo>
                    <a:pt x="203679" y="1187132"/>
                  </a:lnTo>
                  <a:lnTo>
                    <a:pt x="173236" y="1154688"/>
                  </a:lnTo>
                  <a:lnTo>
                    <a:pt x="144896" y="1120347"/>
                  </a:lnTo>
                  <a:lnTo>
                    <a:pt x="118764" y="1084213"/>
                  </a:lnTo>
                  <a:lnTo>
                    <a:pt x="94943" y="1046390"/>
                  </a:lnTo>
                  <a:lnTo>
                    <a:pt x="73536" y="1006981"/>
                  </a:lnTo>
                  <a:lnTo>
                    <a:pt x="54648" y="966089"/>
                  </a:lnTo>
                  <a:lnTo>
                    <a:pt x="38381" y="923818"/>
                  </a:lnTo>
                  <a:lnTo>
                    <a:pt x="24840" y="880272"/>
                  </a:lnTo>
                  <a:lnTo>
                    <a:pt x="14128" y="835554"/>
                  </a:lnTo>
                  <a:lnTo>
                    <a:pt x="6348" y="789768"/>
                  </a:lnTo>
                  <a:lnTo>
                    <a:pt x="1604" y="743017"/>
                  </a:lnTo>
                  <a:lnTo>
                    <a:pt x="0" y="695405"/>
                  </a:lnTo>
                  <a:lnTo>
                    <a:pt x="1604" y="647793"/>
                  </a:lnTo>
                  <a:lnTo>
                    <a:pt x="6348" y="601043"/>
                  </a:lnTo>
                  <a:lnTo>
                    <a:pt x="14128" y="555257"/>
                  </a:lnTo>
                  <a:lnTo>
                    <a:pt x="24840" y="510539"/>
                  </a:lnTo>
                  <a:lnTo>
                    <a:pt x="38381" y="466993"/>
                  </a:lnTo>
                  <a:lnTo>
                    <a:pt x="54648" y="424722"/>
                  </a:lnTo>
                  <a:lnTo>
                    <a:pt x="73536" y="383830"/>
                  </a:lnTo>
                  <a:lnTo>
                    <a:pt x="94943" y="344421"/>
                  </a:lnTo>
                  <a:lnTo>
                    <a:pt x="118764" y="306597"/>
                  </a:lnTo>
                  <a:lnTo>
                    <a:pt x="144896" y="270463"/>
                  </a:lnTo>
                  <a:lnTo>
                    <a:pt x="173236" y="236123"/>
                  </a:lnTo>
                  <a:lnTo>
                    <a:pt x="203679" y="203679"/>
                  </a:lnTo>
                  <a:lnTo>
                    <a:pt x="236123" y="173236"/>
                  </a:lnTo>
                  <a:lnTo>
                    <a:pt x="270463" y="144896"/>
                  </a:lnTo>
                  <a:lnTo>
                    <a:pt x="306597" y="118764"/>
                  </a:lnTo>
                  <a:lnTo>
                    <a:pt x="344420" y="94943"/>
                  </a:lnTo>
                  <a:lnTo>
                    <a:pt x="383830" y="73536"/>
                  </a:lnTo>
                  <a:lnTo>
                    <a:pt x="424722" y="54648"/>
                  </a:lnTo>
                  <a:lnTo>
                    <a:pt x="466992" y="38381"/>
                  </a:lnTo>
                  <a:lnTo>
                    <a:pt x="510539" y="24840"/>
                  </a:lnTo>
                  <a:lnTo>
                    <a:pt x="555256" y="14128"/>
                  </a:lnTo>
                  <a:lnTo>
                    <a:pt x="601042" y="6348"/>
                  </a:lnTo>
                  <a:lnTo>
                    <a:pt x="647793" y="1604"/>
                  </a:lnTo>
                  <a:lnTo>
                    <a:pt x="695405" y="0"/>
                  </a:lnTo>
                  <a:lnTo>
                    <a:pt x="743017" y="1604"/>
                  </a:lnTo>
                  <a:lnTo>
                    <a:pt x="789767" y="6348"/>
                  </a:lnTo>
                  <a:lnTo>
                    <a:pt x="835554" y="14128"/>
                  </a:lnTo>
                  <a:lnTo>
                    <a:pt x="880271" y="24840"/>
                  </a:lnTo>
                  <a:lnTo>
                    <a:pt x="923818" y="38381"/>
                  </a:lnTo>
                  <a:lnTo>
                    <a:pt x="966089" y="54648"/>
                  </a:lnTo>
                  <a:lnTo>
                    <a:pt x="1006981" y="73536"/>
                  </a:lnTo>
                  <a:lnTo>
                    <a:pt x="1046390" y="94943"/>
                  </a:lnTo>
                  <a:lnTo>
                    <a:pt x="1084213" y="118764"/>
                  </a:lnTo>
                  <a:lnTo>
                    <a:pt x="1120347" y="144896"/>
                  </a:lnTo>
                  <a:lnTo>
                    <a:pt x="1154688" y="173236"/>
                  </a:lnTo>
                  <a:lnTo>
                    <a:pt x="1187132" y="203679"/>
                  </a:lnTo>
                  <a:lnTo>
                    <a:pt x="1217575" y="236123"/>
                  </a:lnTo>
                  <a:lnTo>
                    <a:pt x="1245915" y="270463"/>
                  </a:lnTo>
                  <a:lnTo>
                    <a:pt x="1272047" y="306597"/>
                  </a:lnTo>
                  <a:lnTo>
                    <a:pt x="1295868" y="344421"/>
                  </a:lnTo>
                  <a:lnTo>
                    <a:pt x="1317275" y="383830"/>
                  </a:lnTo>
                  <a:lnTo>
                    <a:pt x="1336163" y="424722"/>
                  </a:lnTo>
                  <a:lnTo>
                    <a:pt x="1352430" y="466993"/>
                  </a:lnTo>
                  <a:lnTo>
                    <a:pt x="1365971" y="510539"/>
                  </a:lnTo>
                  <a:lnTo>
                    <a:pt x="1376683" y="555257"/>
                  </a:lnTo>
                  <a:lnTo>
                    <a:pt x="1384463" y="601043"/>
                  </a:lnTo>
                  <a:lnTo>
                    <a:pt x="1389207" y="647793"/>
                  </a:lnTo>
                  <a:lnTo>
                    <a:pt x="1390812" y="695405"/>
                  </a:lnTo>
                  <a:lnTo>
                    <a:pt x="1389207" y="743017"/>
                  </a:lnTo>
                  <a:lnTo>
                    <a:pt x="1384463" y="789768"/>
                  </a:lnTo>
                  <a:lnTo>
                    <a:pt x="1376683" y="835554"/>
                  </a:lnTo>
                  <a:lnTo>
                    <a:pt x="1365971" y="880272"/>
                  </a:lnTo>
                  <a:lnTo>
                    <a:pt x="1352430" y="923818"/>
                  </a:lnTo>
                  <a:lnTo>
                    <a:pt x="1336163" y="966089"/>
                  </a:lnTo>
                  <a:lnTo>
                    <a:pt x="1317275" y="1006981"/>
                  </a:lnTo>
                  <a:lnTo>
                    <a:pt x="1295868" y="1046390"/>
                  </a:lnTo>
                  <a:lnTo>
                    <a:pt x="1272047" y="1084213"/>
                  </a:lnTo>
                  <a:lnTo>
                    <a:pt x="1245915" y="1120347"/>
                  </a:lnTo>
                  <a:lnTo>
                    <a:pt x="1217575" y="1154688"/>
                  </a:lnTo>
                  <a:lnTo>
                    <a:pt x="1187132" y="1187132"/>
                  </a:lnTo>
                  <a:lnTo>
                    <a:pt x="1154688" y="1217575"/>
                  </a:lnTo>
                  <a:lnTo>
                    <a:pt x="1120347" y="1245915"/>
                  </a:lnTo>
                  <a:lnTo>
                    <a:pt x="1084213" y="1272047"/>
                  </a:lnTo>
                  <a:lnTo>
                    <a:pt x="1046390" y="1295868"/>
                  </a:lnTo>
                  <a:lnTo>
                    <a:pt x="1006981" y="1317275"/>
                  </a:lnTo>
                  <a:lnTo>
                    <a:pt x="966089" y="1336163"/>
                  </a:lnTo>
                  <a:lnTo>
                    <a:pt x="923818" y="1352429"/>
                  </a:lnTo>
                  <a:lnTo>
                    <a:pt x="880271" y="1365971"/>
                  </a:lnTo>
                  <a:lnTo>
                    <a:pt x="835554" y="1376683"/>
                  </a:lnTo>
                  <a:lnTo>
                    <a:pt x="789767" y="1384463"/>
                  </a:lnTo>
                  <a:lnTo>
                    <a:pt x="743017" y="1389207"/>
                  </a:lnTo>
                  <a:lnTo>
                    <a:pt x="695405" y="1390811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99373" y="5726721"/>
              <a:ext cx="715010" cy="809625"/>
            </a:xfrm>
            <a:custGeom>
              <a:avLst/>
              <a:gdLst/>
              <a:ahLst/>
              <a:cxnLst/>
              <a:rect l="l" t="t" r="r" b="b"/>
              <a:pathLst>
                <a:path w="715009" h="809625">
                  <a:moveTo>
                    <a:pt x="515581" y="386219"/>
                  </a:moveTo>
                  <a:lnTo>
                    <a:pt x="513600" y="376402"/>
                  </a:lnTo>
                  <a:lnTo>
                    <a:pt x="508190" y="368388"/>
                  </a:lnTo>
                  <a:lnTo>
                    <a:pt x="500176" y="362978"/>
                  </a:lnTo>
                  <a:lnTo>
                    <a:pt x="490359" y="360997"/>
                  </a:lnTo>
                  <a:lnTo>
                    <a:pt x="224561" y="360997"/>
                  </a:lnTo>
                  <a:lnTo>
                    <a:pt x="214744" y="362978"/>
                  </a:lnTo>
                  <a:lnTo>
                    <a:pt x="206730" y="368388"/>
                  </a:lnTo>
                  <a:lnTo>
                    <a:pt x="201320" y="376402"/>
                  </a:lnTo>
                  <a:lnTo>
                    <a:pt x="199339" y="386219"/>
                  </a:lnTo>
                  <a:lnTo>
                    <a:pt x="199339" y="571817"/>
                  </a:lnTo>
                  <a:lnTo>
                    <a:pt x="201320" y="581634"/>
                  </a:lnTo>
                  <a:lnTo>
                    <a:pt x="206730" y="589661"/>
                  </a:lnTo>
                  <a:lnTo>
                    <a:pt x="214744" y="595058"/>
                  </a:lnTo>
                  <a:lnTo>
                    <a:pt x="224561" y="597039"/>
                  </a:lnTo>
                  <a:lnTo>
                    <a:pt x="490359" y="597039"/>
                  </a:lnTo>
                  <a:lnTo>
                    <a:pt x="500176" y="595058"/>
                  </a:lnTo>
                  <a:lnTo>
                    <a:pt x="508190" y="589661"/>
                  </a:lnTo>
                  <a:lnTo>
                    <a:pt x="513600" y="581634"/>
                  </a:lnTo>
                  <a:lnTo>
                    <a:pt x="515581" y="571817"/>
                  </a:lnTo>
                  <a:lnTo>
                    <a:pt x="515581" y="386219"/>
                  </a:lnTo>
                  <a:close/>
                </a:path>
                <a:path w="715009" h="809625">
                  <a:moveTo>
                    <a:pt x="714921" y="452107"/>
                  </a:moveTo>
                  <a:lnTo>
                    <a:pt x="714895" y="100545"/>
                  </a:lnTo>
                  <a:lnTo>
                    <a:pt x="664476" y="63754"/>
                  </a:lnTo>
                  <a:lnTo>
                    <a:pt x="664476" y="122161"/>
                  </a:lnTo>
                  <a:lnTo>
                    <a:pt x="664476" y="452107"/>
                  </a:lnTo>
                  <a:lnTo>
                    <a:pt x="661149" y="497471"/>
                  </a:lnTo>
                  <a:lnTo>
                    <a:pt x="651471" y="540766"/>
                  </a:lnTo>
                  <a:lnTo>
                    <a:pt x="635939" y="581533"/>
                  </a:lnTo>
                  <a:lnTo>
                    <a:pt x="615010" y="619277"/>
                  </a:lnTo>
                  <a:lnTo>
                    <a:pt x="589165" y="653529"/>
                  </a:lnTo>
                  <a:lnTo>
                    <a:pt x="558888" y="683806"/>
                  </a:lnTo>
                  <a:lnTo>
                    <a:pt x="524637" y="709650"/>
                  </a:lnTo>
                  <a:lnTo>
                    <a:pt x="486892" y="730580"/>
                  </a:lnTo>
                  <a:lnTo>
                    <a:pt x="446125" y="746112"/>
                  </a:lnTo>
                  <a:lnTo>
                    <a:pt x="402831" y="755789"/>
                  </a:lnTo>
                  <a:lnTo>
                    <a:pt x="357466" y="759117"/>
                  </a:lnTo>
                  <a:lnTo>
                    <a:pt x="312089" y="755789"/>
                  </a:lnTo>
                  <a:lnTo>
                    <a:pt x="268795" y="746112"/>
                  </a:lnTo>
                  <a:lnTo>
                    <a:pt x="228028" y="730580"/>
                  </a:lnTo>
                  <a:lnTo>
                    <a:pt x="190284" y="709650"/>
                  </a:lnTo>
                  <a:lnTo>
                    <a:pt x="156032" y="683806"/>
                  </a:lnTo>
                  <a:lnTo>
                    <a:pt x="125755" y="653529"/>
                  </a:lnTo>
                  <a:lnTo>
                    <a:pt x="99910" y="619277"/>
                  </a:lnTo>
                  <a:lnTo>
                    <a:pt x="78981" y="581533"/>
                  </a:lnTo>
                  <a:lnTo>
                    <a:pt x="63449" y="540766"/>
                  </a:lnTo>
                  <a:lnTo>
                    <a:pt x="53771" y="497471"/>
                  </a:lnTo>
                  <a:lnTo>
                    <a:pt x="50444" y="452107"/>
                  </a:lnTo>
                  <a:lnTo>
                    <a:pt x="50444" y="122161"/>
                  </a:lnTo>
                  <a:lnTo>
                    <a:pt x="50571" y="122161"/>
                  </a:lnTo>
                  <a:lnTo>
                    <a:pt x="101727" y="93687"/>
                  </a:lnTo>
                  <a:lnTo>
                    <a:pt x="152971" y="73914"/>
                  </a:lnTo>
                  <a:lnTo>
                    <a:pt x="204190" y="61290"/>
                  </a:lnTo>
                  <a:lnTo>
                    <a:pt x="255346" y="54241"/>
                  </a:lnTo>
                  <a:lnTo>
                    <a:pt x="308216" y="51054"/>
                  </a:lnTo>
                  <a:lnTo>
                    <a:pt x="314045" y="51054"/>
                  </a:lnTo>
                  <a:lnTo>
                    <a:pt x="357492" y="50444"/>
                  </a:lnTo>
                  <a:lnTo>
                    <a:pt x="408749" y="51054"/>
                  </a:lnTo>
                  <a:lnTo>
                    <a:pt x="459994" y="54063"/>
                  </a:lnTo>
                  <a:lnTo>
                    <a:pt x="511187" y="61087"/>
                  </a:lnTo>
                  <a:lnTo>
                    <a:pt x="562343" y="73710"/>
                  </a:lnTo>
                  <a:lnTo>
                    <a:pt x="613448" y="93535"/>
                  </a:lnTo>
                  <a:lnTo>
                    <a:pt x="664476" y="122161"/>
                  </a:lnTo>
                  <a:lnTo>
                    <a:pt x="664476" y="63754"/>
                  </a:lnTo>
                  <a:lnTo>
                    <a:pt x="605307" y="35255"/>
                  </a:lnTo>
                  <a:lnTo>
                    <a:pt x="555815" y="19431"/>
                  </a:lnTo>
                  <a:lnTo>
                    <a:pt x="506298" y="9144"/>
                  </a:lnTo>
                  <a:lnTo>
                    <a:pt x="456730" y="3251"/>
                  </a:lnTo>
                  <a:lnTo>
                    <a:pt x="407111" y="596"/>
                  </a:lnTo>
                  <a:lnTo>
                    <a:pt x="357428" y="0"/>
                  </a:lnTo>
                  <a:lnTo>
                    <a:pt x="315353" y="596"/>
                  </a:lnTo>
                  <a:lnTo>
                    <a:pt x="309880" y="596"/>
                  </a:lnTo>
                  <a:lnTo>
                    <a:pt x="258584" y="3429"/>
                  </a:lnTo>
                  <a:lnTo>
                    <a:pt x="209118" y="9347"/>
                  </a:lnTo>
                  <a:lnTo>
                    <a:pt x="159613" y="19621"/>
                  </a:lnTo>
                  <a:lnTo>
                    <a:pt x="110070" y="35394"/>
                  </a:lnTo>
                  <a:lnTo>
                    <a:pt x="60604" y="57772"/>
                  </a:lnTo>
                  <a:lnTo>
                    <a:pt x="10820" y="88087"/>
                  </a:lnTo>
                  <a:lnTo>
                    <a:pt x="0" y="100545"/>
                  </a:lnTo>
                  <a:lnTo>
                    <a:pt x="0" y="452107"/>
                  </a:lnTo>
                  <a:lnTo>
                    <a:pt x="3263" y="500608"/>
                  </a:lnTo>
                  <a:lnTo>
                    <a:pt x="12776" y="547128"/>
                  </a:lnTo>
                  <a:lnTo>
                    <a:pt x="28092" y="591235"/>
                  </a:lnTo>
                  <a:lnTo>
                    <a:pt x="48806" y="632510"/>
                  </a:lnTo>
                  <a:lnTo>
                    <a:pt x="74485" y="670534"/>
                  </a:lnTo>
                  <a:lnTo>
                    <a:pt x="104698" y="704862"/>
                  </a:lnTo>
                  <a:lnTo>
                    <a:pt x="139026" y="735076"/>
                  </a:lnTo>
                  <a:lnTo>
                    <a:pt x="177050" y="760755"/>
                  </a:lnTo>
                  <a:lnTo>
                    <a:pt x="218325" y="781469"/>
                  </a:lnTo>
                  <a:lnTo>
                    <a:pt x="262432" y="796785"/>
                  </a:lnTo>
                  <a:lnTo>
                    <a:pt x="308952" y="806284"/>
                  </a:lnTo>
                  <a:lnTo>
                    <a:pt x="357466" y="809548"/>
                  </a:lnTo>
                  <a:lnTo>
                    <a:pt x="405968" y="806284"/>
                  </a:lnTo>
                  <a:lnTo>
                    <a:pt x="452488" y="796785"/>
                  </a:lnTo>
                  <a:lnTo>
                    <a:pt x="496608" y="781469"/>
                  </a:lnTo>
                  <a:lnTo>
                    <a:pt x="537883" y="760755"/>
                  </a:lnTo>
                  <a:lnTo>
                    <a:pt x="575894" y="735076"/>
                  </a:lnTo>
                  <a:lnTo>
                    <a:pt x="610222" y="704862"/>
                  </a:lnTo>
                  <a:lnTo>
                    <a:pt x="640435" y="670534"/>
                  </a:lnTo>
                  <a:lnTo>
                    <a:pt x="666115" y="632510"/>
                  </a:lnTo>
                  <a:lnTo>
                    <a:pt x="686828" y="591235"/>
                  </a:lnTo>
                  <a:lnTo>
                    <a:pt x="702157" y="547128"/>
                  </a:lnTo>
                  <a:lnTo>
                    <a:pt x="711657" y="500608"/>
                  </a:lnTo>
                  <a:lnTo>
                    <a:pt x="714921" y="452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31946" y="5939234"/>
              <a:ext cx="249789" cy="1989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0493" y="3972311"/>
              <a:ext cx="5803506" cy="52463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60988" y="8635669"/>
              <a:ext cx="583565" cy="583565"/>
            </a:xfrm>
            <a:custGeom>
              <a:avLst/>
              <a:gdLst/>
              <a:ahLst/>
              <a:cxnLst/>
              <a:rect l="l" t="t" r="r" b="b"/>
              <a:pathLst>
                <a:path w="583565" h="583565">
                  <a:moveTo>
                    <a:pt x="291479" y="582959"/>
                  </a:moveTo>
                  <a:lnTo>
                    <a:pt x="338719" y="579140"/>
                  </a:lnTo>
                  <a:lnTo>
                    <a:pt x="383547" y="568084"/>
                  </a:lnTo>
                  <a:lnTo>
                    <a:pt x="425359" y="550394"/>
                  </a:lnTo>
                  <a:lnTo>
                    <a:pt x="463553" y="526673"/>
                  </a:lnTo>
                  <a:lnTo>
                    <a:pt x="497525" y="497525"/>
                  </a:lnTo>
                  <a:lnTo>
                    <a:pt x="526673" y="463553"/>
                  </a:lnTo>
                  <a:lnTo>
                    <a:pt x="550394" y="425359"/>
                  </a:lnTo>
                  <a:lnTo>
                    <a:pt x="568084" y="383547"/>
                  </a:lnTo>
                  <a:lnTo>
                    <a:pt x="579140" y="338719"/>
                  </a:lnTo>
                  <a:lnTo>
                    <a:pt x="582959" y="291479"/>
                  </a:lnTo>
                  <a:lnTo>
                    <a:pt x="579140" y="244240"/>
                  </a:lnTo>
                  <a:lnTo>
                    <a:pt x="568084" y="199412"/>
                  </a:lnTo>
                  <a:lnTo>
                    <a:pt x="550394" y="157600"/>
                  </a:lnTo>
                  <a:lnTo>
                    <a:pt x="526673" y="119406"/>
                  </a:lnTo>
                  <a:lnTo>
                    <a:pt x="497525" y="85433"/>
                  </a:lnTo>
                  <a:lnTo>
                    <a:pt x="463553" y="56285"/>
                  </a:lnTo>
                  <a:lnTo>
                    <a:pt x="425359" y="32565"/>
                  </a:lnTo>
                  <a:lnTo>
                    <a:pt x="383547" y="14875"/>
                  </a:lnTo>
                  <a:lnTo>
                    <a:pt x="338719" y="3819"/>
                  </a:lnTo>
                  <a:lnTo>
                    <a:pt x="291479" y="0"/>
                  </a:lnTo>
                  <a:lnTo>
                    <a:pt x="244240" y="3819"/>
                  </a:lnTo>
                  <a:lnTo>
                    <a:pt x="199412" y="14875"/>
                  </a:lnTo>
                  <a:lnTo>
                    <a:pt x="157600" y="32565"/>
                  </a:lnTo>
                  <a:lnTo>
                    <a:pt x="119406" y="56285"/>
                  </a:lnTo>
                  <a:lnTo>
                    <a:pt x="85433" y="85433"/>
                  </a:lnTo>
                  <a:lnTo>
                    <a:pt x="56285" y="119406"/>
                  </a:lnTo>
                  <a:lnTo>
                    <a:pt x="40555" y="144734"/>
                  </a:lnTo>
                  <a:lnTo>
                    <a:pt x="236199" y="144734"/>
                  </a:lnTo>
                  <a:lnTo>
                    <a:pt x="242229" y="145739"/>
                  </a:lnTo>
                  <a:lnTo>
                    <a:pt x="246250" y="149760"/>
                  </a:lnTo>
                  <a:lnTo>
                    <a:pt x="344750" y="268362"/>
                  </a:lnTo>
                  <a:lnTo>
                    <a:pt x="350969" y="279104"/>
                  </a:lnTo>
                  <a:lnTo>
                    <a:pt x="353042" y="290977"/>
                  </a:lnTo>
                  <a:lnTo>
                    <a:pt x="350969" y="302850"/>
                  </a:lnTo>
                  <a:lnTo>
                    <a:pt x="344750" y="313592"/>
                  </a:lnTo>
                  <a:lnTo>
                    <a:pt x="247255" y="432194"/>
                  </a:lnTo>
                  <a:lnTo>
                    <a:pt x="245245" y="435209"/>
                  </a:lnTo>
                  <a:lnTo>
                    <a:pt x="242229" y="436214"/>
                  </a:lnTo>
                  <a:lnTo>
                    <a:pt x="39306" y="436214"/>
                  </a:lnTo>
                  <a:lnTo>
                    <a:pt x="56285" y="463553"/>
                  </a:lnTo>
                  <a:lnTo>
                    <a:pt x="85433" y="497525"/>
                  </a:lnTo>
                  <a:lnTo>
                    <a:pt x="119406" y="526673"/>
                  </a:lnTo>
                  <a:lnTo>
                    <a:pt x="157600" y="550394"/>
                  </a:lnTo>
                  <a:lnTo>
                    <a:pt x="199412" y="568084"/>
                  </a:lnTo>
                  <a:lnTo>
                    <a:pt x="244240" y="579140"/>
                  </a:lnTo>
                  <a:lnTo>
                    <a:pt x="291479" y="582959"/>
                  </a:lnTo>
                  <a:close/>
                </a:path>
                <a:path w="583565" h="583565">
                  <a:moveTo>
                    <a:pt x="39306" y="436214"/>
                  </a:moveTo>
                  <a:lnTo>
                    <a:pt x="235194" y="436214"/>
                  </a:lnTo>
                  <a:lnTo>
                    <a:pt x="233183" y="434204"/>
                  </a:lnTo>
                  <a:lnTo>
                    <a:pt x="229163" y="431189"/>
                  </a:lnTo>
                  <a:lnTo>
                    <a:pt x="228158" y="424153"/>
                  </a:lnTo>
                  <a:lnTo>
                    <a:pt x="232178" y="420133"/>
                  </a:lnTo>
                  <a:lnTo>
                    <a:pt x="329673" y="301530"/>
                  </a:lnTo>
                  <a:lnTo>
                    <a:pt x="334699" y="295500"/>
                  </a:lnTo>
                  <a:lnTo>
                    <a:pt x="334699" y="287459"/>
                  </a:lnTo>
                  <a:lnTo>
                    <a:pt x="231173" y="162826"/>
                  </a:lnTo>
                  <a:lnTo>
                    <a:pt x="227153" y="158806"/>
                  </a:lnTo>
                  <a:lnTo>
                    <a:pt x="228158" y="152775"/>
                  </a:lnTo>
                  <a:lnTo>
                    <a:pt x="236199" y="144734"/>
                  </a:lnTo>
                  <a:lnTo>
                    <a:pt x="40555" y="144734"/>
                  </a:lnTo>
                  <a:lnTo>
                    <a:pt x="32565" y="157600"/>
                  </a:lnTo>
                  <a:lnTo>
                    <a:pt x="14875" y="199412"/>
                  </a:lnTo>
                  <a:lnTo>
                    <a:pt x="3819" y="244240"/>
                  </a:lnTo>
                  <a:lnTo>
                    <a:pt x="40" y="290977"/>
                  </a:lnTo>
                  <a:lnTo>
                    <a:pt x="0" y="291479"/>
                  </a:lnTo>
                  <a:lnTo>
                    <a:pt x="3819" y="338719"/>
                  </a:lnTo>
                  <a:lnTo>
                    <a:pt x="14875" y="383547"/>
                  </a:lnTo>
                  <a:lnTo>
                    <a:pt x="32565" y="425359"/>
                  </a:lnTo>
                  <a:lnTo>
                    <a:pt x="39306" y="436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928801"/>
            <a:ext cx="2481972" cy="2663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7405109"/>
            <a:ext cx="3116344" cy="28818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1745" y="1940766"/>
            <a:ext cx="7277058" cy="52653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01250" y="7996762"/>
            <a:ext cx="7258049" cy="22902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31299" y="436416"/>
            <a:ext cx="1222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LARANA,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/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57552" y="426891"/>
            <a:ext cx="638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49863" y="426891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63147" y="426891"/>
            <a:ext cx="501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Home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56032"/>
            <a:ext cx="11064239" cy="508101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667672" y="2527045"/>
            <a:ext cx="5675630" cy="137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GET</a:t>
            </a:r>
            <a:r>
              <a:rPr sz="1800" i="1" spc="-11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dirty="0">
                <a:solidFill>
                  <a:srgbClr val="FF3131"/>
                </a:solidFill>
                <a:latin typeface="Arial"/>
                <a:cs typeface="Arial"/>
              </a:rPr>
              <a:t>IN</a:t>
            </a:r>
            <a:r>
              <a:rPr sz="1800" i="1" spc="-100" dirty="0">
                <a:solidFill>
                  <a:srgbClr val="FF3131"/>
                </a:solidFill>
                <a:latin typeface="Arial"/>
                <a:cs typeface="Arial"/>
              </a:rPr>
              <a:t/>
            </a:r>
            <a:r>
              <a:rPr sz="1800" i="1" spc="-20" dirty="0">
                <a:solidFill>
                  <a:srgbClr val="FF3131"/>
                </a:solidFill>
                <a:latin typeface="Arial"/>
                <a:cs typeface="Arial"/>
              </a:rPr>
              <a:t>TOUCH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>time!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Stay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60" dirty="0">
                <a:solidFill>
                  <a:srgbClr val="FFFFFF"/>
                </a:solidFill>
                <a:latin typeface="Trebuchet MS"/>
                <a:cs typeface="Trebuchet MS"/>
              </a:rPr>
              <a:t>vigilant,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secure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data,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400" spc="-5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spc="50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proactive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 in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35" dirty="0">
                <a:solidFill>
                  <a:srgbClr val="FFFFFF"/>
                </a:solidFill>
                <a:latin typeface="Trebuchet MS"/>
                <a:cs typeface="Trebuchet MS"/>
              </a:rPr>
              <a:t>cybersecurity.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75" dirty="0">
                <a:solidFill>
                  <a:srgbClr val="FFFFFF"/>
                </a:solidFill>
                <a:latin typeface="Trebuchet MS"/>
                <a:cs typeface="Trebuchet MS"/>
              </a:rPr>
              <a:t>further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> or </a:t>
            </a:r>
            <a:r>
              <a:rPr sz="1400" spc="-30" dirty="0">
                <a:solidFill>
                  <a:srgbClr val="FFFFFF"/>
                </a:solidFill>
                <a:latin typeface="Trebuchet MS"/>
                <a:cs typeface="Trebuchet MS"/>
              </a:rPr>
              <a:t>consultations,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contact </a:t>
            </a:r>
            <a:r>
              <a:rPr sz="1400" spc="65" dirty="0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25" dirty="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95069" y="4526968"/>
            <a:ext cx="3457575" cy="202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+123-456-</a:t>
            </a:r>
            <a:r>
              <a:rPr sz="1400" spc="-20" dirty="0">
                <a:solidFill>
                  <a:srgbClr val="FFFFFF"/>
                </a:solidFill>
                <a:latin typeface="Trebuchet MS"/>
                <a:cs typeface="Trebuchet MS"/>
              </a:rPr>
              <a:t>7890</a:t>
            </a:r>
            <a:endParaRPr sz="1400">
              <a:latin typeface="Trebuchet MS"/>
              <a:cs typeface="Trebuchet MS"/>
            </a:endParaRPr>
          </a:p>
          <a:p>
            <a:pPr marL="12700" marR="567690">
              <a:lnSpc>
                <a:spcPct val="280900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  <a:hlinkClick r:id="rId8"/>
              </a:rPr>
              <a:t>WWW.REALLYGREATSITE.COM</a:t>
            </a: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95" dirty="0">
                <a:solidFill>
                  <a:srgbClr val="FFFFFF"/>
                </a:solidFill>
                <a:latin typeface="Trebuchet MS"/>
                <a:cs typeface="Trebuchet MS"/>
                <a:hlinkClick r:id="rId9"/>
              </a:rPr>
              <a:t>HELLO@REALLYGREATSITE.COM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123</a:t>
            </a:r>
            <a:r>
              <a:rPr sz="1400" spc="-45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30" dirty="0">
                <a:solidFill>
                  <a:srgbClr val="FFFFFF"/>
                </a:solidFill>
                <a:latin typeface="Trebuchet MS"/>
                <a:cs typeface="Trebuchet MS"/>
              </a:rPr>
              <a:t>ANYWHERE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ST.,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10" dirty="0">
                <a:solidFill>
                  <a:srgbClr val="FFFFFF"/>
                </a:solidFill>
                <a:latin typeface="Trebuchet MS"/>
                <a:cs typeface="Trebuchet MS"/>
              </a:rPr>
              <a:t>ANY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CITY,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135" dirty="0">
                <a:solidFill>
                  <a:srgbClr val="FFFFFF"/>
                </a:solidFill>
                <a:latin typeface="Trebuchet MS"/>
                <a:cs typeface="Trebuchet MS"/>
              </a:rPr>
              <a:t>ST</a:t>
            </a:r>
            <a:r>
              <a:rPr sz="1400" spc="-40" dirty="0">
                <a:solidFill>
                  <a:srgbClr val="FFFFFF"/>
                </a:solidFill>
                <a:latin typeface="Trebuchet MS"/>
                <a:cs typeface="Trebuchet MS"/>
              </a:rPr>
              <a:t/>
            </a:r>
            <a:r>
              <a:rPr sz="1400" spc="-10" dirty="0">
                <a:solidFill>
                  <a:srgbClr val="FFFFFF"/>
                </a:solidFill>
                <a:latin typeface="Trebuchet MS"/>
                <a:cs typeface="Trebuchet MS"/>
              </a:rPr>
              <a:t>12345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16179" y="6185056"/>
            <a:ext cx="941705" cy="941705"/>
            <a:chOff x="2116179" y="6185056"/>
            <a:chExt cx="941705" cy="941705"/>
          </a:xfrm>
        </p:grpSpPr>
        <p:sp>
          <p:nvSpPr>
            <p:cNvPr id="17" name="object 17"/>
            <p:cNvSpPr/>
            <p:nvPr/>
          </p:nvSpPr>
          <p:spPr>
            <a:xfrm>
              <a:off x="2116179" y="6185056"/>
              <a:ext cx="941705" cy="941705"/>
            </a:xfrm>
            <a:custGeom>
              <a:avLst/>
              <a:gdLst/>
              <a:ahLst/>
              <a:cxnLst/>
              <a:rect l="l" t="t" r="r" b="b"/>
              <a:pathLst>
                <a:path w="941705" h="941704">
                  <a:moveTo>
                    <a:pt x="470692" y="941384"/>
                  </a:moveTo>
                  <a:lnTo>
                    <a:pt x="422566" y="938954"/>
                  </a:lnTo>
                  <a:lnTo>
                    <a:pt x="375831" y="931821"/>
                  </a:lnTo>
                  <a:lnTo>
                    <a:pt x="330722" y="920223"/>
                  </a:lnTo>
                  <a:lnTo>
                    <a:pt x="287477" y="904395"/>
                  </a:lnTo>
                  <a:lnTo>
                    <a:pt x="246332" y="884574"/>
                  </a:lnTo>
                  <a:lnTo>
                    <a:pt x="207523" y="860997"/>
                  </a:lnTo>
                  <a:lnTo>
                    <a:pt x="171288" y="833901"/>
                  </a:lnTo>
                  <a:lnTo>
                    <a:pt x="137862" y="803521"/>
                  </a:lnTo>
                  <a:lnTo>
                    <a:pt x="107483" y="770096"/>
                  </a:lnTo>
                  <a:lnTo>
                    <a:pt x="80386" y="733860"/>
                  </a:lnTo>
                  <a:lnTo>
                    <a:pt x="56809" y="695052"/>
                  </a:lnTo>
                  <a:lnTo>
                    <a:pt x="36989" y="653907"/>
                  </a:lnTo>
                  <a:lnTo>
                    <a:pt x="21161" y="610661"/>
                  </a:lnTo>
                  <a:lnTo>
                    <a:pt x="9562" y="565553"/>
                  </a:lnTo>
                  <a:lnTo>
                    <a:pt x="2430" y="518818"/>
                  </a:lnTo>
                  <a:lnTo>
                    <a:pt x="0" y="470692"/>
                  </a:lnTo>
                  <a:lnTo>
                    <a:pt x="2430" y="422566"/>
                  </a:lnTo>
                  <a:lnTo>
                    <a:pt x="9562" y="375831"/>
                  </a:lnTo>
                  <a:lnTo>
                    <a:pt x="21161" y="330722"/>
                  </a:lnTo>
                  <a:lnTo>
                    <a:pt x="36989" y="287477"/>
                  </a:lnTo>
                  <a:lnTo>
                    <a:pt x="56809" y="246332"/>
                  </a:lnTo>
                  <a:lnTo>
                    <a:pt x="80386" y="207523"/>
                  </a:lnTo>
                  <a:lnTo>
                    <a:pt x="107483" y="171288"/>
                  </a:lnTo>
                  <a:lnTo>
                    <a:pt x="137862" y="137862"/>
                  </a:lnTo>
                  <a:lnTo>
                    <a:pt x="171288" y="107483"/>
                  </a:lnTo>
                  <a:lnTo>
                    <a:pt x="207523" y="80386"/>
                  </a:lnTo>
                  <a:lnTo>
                    <a:pt x="246332" y="56809"/>
                  </a:lnTo>
                  <a:lnTo>
                    <a:pt x="287477" y="36989"/>
                  </a:lnTo>
                  <a:lnTo>
                    <a:pt x="330722" y="21161"/>
                  </a:lnTo>
                  <a:lnTo>
                    <a:pt x="375831" y="9562"/>
                  </a:lnTo>
                  <a:lnTo>
                    <a:pt x="422566" y="2430"/>
                  </a:lnTo>
                  <a:lnTo>
                    <a:pt x="470692" y="0"/>
                  </a:lnTo>
                  <a:lnTo>
                    <a:pt x="518817" y="2430"/>
                  </a:lnTo>
                  <a:lnTo>
                    <a:pt x="565553" y="9562"/>
                  </a:lnTo>
                  <a:lnTo>
                    <a:pt x="610661" y="21161"/>
                  </a:lnTo>
                  <a:lnTo>
                    <a:pt x="653906" y="36989"/>
                  </a:lnTo>
                  <a:lnTo>
                    <a:pt x="695051" y="56809"/>
                  </a:lnTo>
                  <a:lnTo>
                    <a:pt x="733860" y="80386"/>
                  </a:lnTo>
                  <a:lnTo>
                    <a:pt x="770095" y="107483"/>
                  </a:lnTo>
                  <a:lnTo>
                    <a:pt x="803521" y="137862"/>
                  </a:lnTo>
                  <a:lnTo>
                    <a:pt x="833900" y="171288"/>
                  </a:lnTo>
                  <a:lnTo>
                    <a:pt x="860997" y="207523"/>
                  </a:lnTo>
                  <a:lnTo>
                    <a:pt x="884574" y="246332"/>
                  </a:lnTo>
                  <a:lnTo>
                    <a:pt x="904394" y="287477"/>
                  </a:lnTo>
                  <a:lnTo>
                    <a:pt x="920222" y="330722"/>
                  </a:lnTo>
                  <a:lnTo>
                    <a:pt x="931821" y="375831"/>
                  </a:lnTo>
                  <a:lnTo>
                    <a:pt x="938954" y="422566"/>
                  </a:lnTo>
                  <a:lnTo>
                    <a:pt x="941384" y="470692"/>
                  </a:lnTo>
                  <a:lnTo>
                    <a:pt x="938954" y="518818"/>
                  </a:lnTo>
                  <a:lnTo>
                    <a:pt x="931821" y="565553"/>
                  </a:lnTo>
                  <a:lnTo>
                    <a:pt x="920222" y="610661"/>
                  </a:lnTo>
                  <a:lnTo>
                    <a:pt x="904394" y="653907"/>
                  </a:lnTo>
                  <a:lnTo>
                    <a:pt x="884574" y="695052"/>
                  </a:lnTo>
                  <a:lnTo>
                    <a:pt x="860997" y="733860"/>
                  </a:lnTo>
                  <a:lnTo>
                    <a:pt x="833900" y="770096"/>
                  </a:lnTo>
                  <a:lnTo>
                    <a:pt x="803521" y="803521"/>
                  </a:lnTo>
                  <a:lnTo>
                    <a:pt x="770095" y="833901"/>
                  </a:lnTo>
                  <a:lnTo>
                    <a:pt x="733860" y="860997"/>
                  </a:lnTo>
                  <a:lnTo>
                    <a:pt x="695051" y="884574"/>
                  </a:lnTo>
                  <a:lnTo>
                    <a:pt x="653906" y="904395"/>
                  </a:lnTo>
                  <a:lnTo>
                    <a:pt x="610661" y="920223"/>
                  </a:lnTo>
                  <a:lnTo>
                    <a:pt x="565553" y="931821"/>
                  </a:lnTo>
                  <a:lnTo>
                    <a:pt x="518817" y="938954"/>
                  </a:lnTo>
                  <a:lnTo>
                    <a:pt x="470692" y="941384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44940" y="6381521"/>
              <a:ext cx="484505" cy="548005"/>
            </a:xfrm>
            <a:custGeom>
              <a:avLst/>
              <a:gdLst/>
              <a:ahLst/>
              <a:cxnLst/>
              <a:rect l="l" t="t" r="r" b="b"/>
              <a:pathLst>
                <a:path w="484505" h="548004">
                  <a:moveTo>
                    <a:pt x="241964" y="547984"/>
                  </a:moveTo>
                  <a:lnTo>
                    <a:pt x="193200" y="543068"/>
                  </a:lnTo>
                  <a:lnTo>
                    <a:pt x="147781" y="528969"/>
                  </a:lnTo>
                  <a:lnTo>
                    <a:pt x="106679" y="506660"/>
                  </a:lnTo>
                  <a:lnTo>
                    <a:pt x="70869" y="477114"/>
                  </a:lnTo>
                  <a:lnTo>
                    <a:pt x="41323" y="441305"/>
                  </a:lnTo>
                  <a:lnTo>
                    <a:pt x="19014" y="400205"/>
                  </a:lnTo>
                  <a:lnTo>
                    <a:pt x="4915" y="354787"/>
                  </a:lnTo>
                  <a:lnTo>
                    <a:pt x="0" y="306025"/>
                  </a:lnTo>
                  <a:lnTo>
                    <a:pt x="0" y="68054"/>
                  </a:lnTo>
                  <a:lnTo>
                    <a:pt x="51479" y="34147"/>
                  </a:lnTo>
                  <a:lnTo>
                    <a:pt x="101673" y="14967"/>
                  </a:lnTo>
                  <a:lnTo>
                    <a:pt x="101932" y="14967"/>
                  </a:lnTo>
                  <a:lnTo>
                    <a:pt x="148248" y="5313"/>
                  </a:lnTo>
                  <a:lnTo>
                    <a:pt x="196095" y="908"/>
                  </a:lnTo>
                  <a:lnTo>
                    <a:pt x="199358" y="908"/>
                  </a:lnTo>
                  <a:lnTo>
                    <a:pt x="241940" y="0"/>
                  </a:lnTo>
                  <a:lnTo>
                    <a:pt x="289009" y="908"/>
                  </a:lnTo>
                  <a:lnTo>
                    <a:pt x="336001" y="5181"/>
                  </a:lnTo>
                  <a:lnTo>
                    <a:pt x="382931" y="14967"/>
                  </a:lnTo>
                  <a:lnTo>
                    <a:pt x="429813" y="32414"/>
                  </a:lnTo>
                  <a:lnTo>
                    <a:pt x="432791" y="34147"/>
                  </a:lnTo>
                  <a:lnTo>
                    <a:pt x="241982" y="34147"/>
                  </a:lnTo>
                  <a:lnTo>
                    <a:pt x="194207" y="35307"/>
                  </a:lnTo>
                  <a:lnTo>
                    <a:pt x="190988" y="35307"/>
                  </a:lnTo>
                  <a:lnTo>
                    <a:pt x="138213" y="41489"/>
                  </a:lnTo>
                  <a:lnTo>
                    <a:pt x="86651" y="55924"/>
                  </a:lnTo>
                  <a:lnTo>
                    <a:pt x="86449" y="55924"/>
                  </a:lnTo>
                  <a:lnTo>
                    <a:pt x="34241" y="82687"/>
                  </a:lnTo>
                  <a:lnTo>
                    <a:pt x="34147" y="306025"/>
                  </a:lnTo>
                  <a:lnTo>
                    <a:pt x="39635" y="353675"/>
                  </a:lnTo>
                  <a:lnTo>
                    <a:pt x="55269" y="397417"/>
                  </a:lnTo>
                  <a:lnTo>
                    <a:pt x="79801" y="436003"/>
                  </a:lnTo>
                  <a:lnTo>
                    <a:pt x="111983" y="468186"/>
                  </a:lnTo>
                  <a:lnTo>
                    <a:pt x="150570" y="492719"/>
                  </a:lnTo>
                  <a:lnTo>
                    <a:pt x="194312" y="508353"/>
                  </a:lnTo>
                  <a:lnTo>
                    <a:pt x="241964" y="513842"/>
                  </a:lnTo>
                  <a:lnTo>
                    <a:pt x="241964" y="547984"/>
                  </a:lnTo>
                  <a:close/>
                </a:path>
                <a:path w="484505" h="548004">
                  <a:moveTo>
                    <a:pt x="241964" y="547984"/>
                  </a:moveTo>
                  <a:lnTo>
                    <a:pt x="241964" y="513842"/>
                  </a:lnTo>
                  <a:lnTo>
                    <a:pt x="289614" y="508353"/>
                  </a:lnTo>
                  <a:lnTo>
                    <a:pt x="333356" y="492719"/>
                  </a:lnTo>
                  <a:lnTo>
                    <a:pt x="371942" y="468186"/>
                  </a:lnTo>
                  <a:lnTo>
                    <a:pt x="404126" y="436003"/>
                  </a:lnTo>
                  <a:lnTo>
                    <a:pt x="428658" y="397417"/>
                  </a:lnTo>
                  <a:lnTo>
                    <a:pt x="444293" y="353675"/>
                  </a:lnTo>
                  <a:lnTo>
                    <a:pt x="449781" y="306025"/>
                  </a:lnTo>
                  <a:lnTo>
                    <a:pt x="449781" y="82687"/>
                  </a:lnTo>
                  <a:lnTo>
                    <a:pt x="397950" y="55924"/>
                  </a:lnTo>
                  <a:lnTo>
                    <a:pt x="346023" y="41348"/>
                  </a:lnTo>
                  <a:lnTo>
                    <a:pt x="294025" y="35307"/>
                  </a:lnTo>
                  <a:lnTo>
                    <a:pt x="241982" y="34147"/>
                  </a:lnTo>
                  <a:lnTo>
                    <a:pt x="432791" y="34147"/>
                  </a:lnTo>
                  <a:lnTo>
                    <a:pt x="476588" y="59629"/>
                  </a:lnTo>
                  <a:lnTo>
                    <a:pt x="481150" y="62819"/>
                  </a:lnTo>
                  <a:lnTo>
                    <a:pt x="483913" y="68054"/>
                  </a:lnTo>
                  <a:lnTo>
                    <a:pt x="483929" y="306025"/>
                  </a:lnTo>
                  <a:lnTo>
                    <a:pt x="479125" y="353675"/>
                  </a:lnTo>
                  <a:lnTo>
                    <a:pt x="464914" y="400205"/>
                  </a:lnTo>
                  <a:lnTo>
                    <a:pt x="442605" y="441305"/>
                  </a:lnTo>
                  <a:lnTo>
                    <a:pt x="413059" y="477114"/>
                  </a:lnTo>
                  <a:lnTo>
                    <a:pt x="377249" y="506660"/>
                  </a:lnTo>
                  <a:lnTo>
                    <a:pt x="336148" y="528969"/>
                  </a:lnTo>
                  <a:lnTo>
                    <a:pt x="290728" y="543068"/>
                  </a:lnTo>
                  <a:lnTo>
                    <a:pt x="241964" y="547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9875" y="6525373"/>
              <a:ext cx="214060" cy="2602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757</Words>
  <Application>Microsoft Office PowerPoint</Application>
  <PresentationFormat>Custom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 Training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Lone Wolf</dc:creator>
  <cp:keywords>DAG-3lEMF6Y,BAFdAaHPD5E,0</cp:keywords>
  <cp:lastModifiedBy>BUVANESH R</cp:lastModifiedBy>
  <cp:revision>1</cp:revision>
  <dcterms:created xsi:type="dcterms:W3CDTF">2026-01-19T15:13:41Z</dcterms:created>
  <dcterms:modified xsi:type="dcterms:W3CDTF">2026-01-19T15:15:19Z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2026-01-19T00:00:00Z</vt:filetime>
  </property>
  <property fmtid="{D5CDD505-2E9C-101B-9397-08002B2CF9AE}" pid="5" name="Producer">
    <vt:lpwstr>Canva</vt:lpwstr>
  </property>
</Properties>
</file>